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9" r:id="rId4"/>
    <p:sldId id="260" r:id="rId5"/>
    <p:sldId id="261" r:id="rId6"/>
    <p:sldId id="262" r:id="rId7"/>
    <p:sldId id="263" r:id="rId8"/>
    <p:sldId id="264" r:id="rId9"/>
    <p:sldId id="266" r:id="rId10"/>
    <p:sldId id="265"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90E67-8028-4A92-A23E-A23CF4FC9B4B}" v="8" dt="2025-04-21T23:55:50.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372" y="8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Davis" userId="b6b274a4de69d771" providerId="LiveId" clId="{00C90E67-8028-4A92-A23E-A23CF4FC9B4B}"/>
    <pc:docChg chg="undo custSel addSld delSld modSld sldOrd">
      <pc:chgData name="David Davis" userId="b6b274a4de69d771" providerId="LiveId" clId="{00C90E67-8028-4A92-A23E-A23CF4FC9B4B}" dt="2025-04-22T00:04:11.226" v="261" actId="26606"/>
      <pc:docMkLst>
        <pc:docMk/>
      </pc:docMkLst>
      <pc:sldChg chg="addSp delSp modSp add mod setBg addAnim">
        <pc:chgData name="David Davis" userId="b6b274a4de69d771" providerId="LiveId" clId="{00C90E67-8028-4A92-A23E-A23CF4FC9B4B}" dt="2025-04-21T22:33:28.242" v="67"/>
        <pc:sldMkLst>
          <pc:docMk/>
          <pc:sldMk cId="1026759413" sldId="256"/>
        </pc:sldMkLst>
        <pc:spChg chg="mod">
          <ac:chgData name="David Davis" userId="b6b274a4de69d771" providerId="LiveId" clId="{00C90E67-8028-4A92-A23E-A23CF4FC9B4B}" dt="2025-04-21T22:31:05.119" v="2" actId="34807"/>
          <ac:spMkLst>
            <pc:docMk/>
            <pc:sldMk cId="1026759413" sldId="256"/>
            <ac:spMk id="2" creationId="{E43746CE-7FB8-963B-EECD-651241C84B74}"/>
          </ac:spMkLst>
        </pc:spChg>
        <pc:spChg chg="add del mod">
          <ac:chgData name="David Davis" userId="b6b274a4de69d771" providerId="LiveId" clId="{00C90E67-8028-4A92-A23E-A23CF4FC9B4B}" dt="2025-04-21T22:31:46.234" v="7"/>
          <ac:spMkLst>
            <pc:docMk/>
            <pc:sldMk cId="1026759413" sldId="256"/>
            <ac:spMk id="3" creationId="{61C5932A-E405-38E8-2DD8-BDF7CD7A2C50}"/>
          </ac:spMkLst>
        </pc:spChg>
        <pc:spChg chg="add del mod">
          <ac:chgData name="David Davis" userId="b6b274a4de69d771" providerId="LiveId" clId="{00C90E67-8028-4A92-A23E-A23CF4FC9B4B}" dt="2025-04-21T22:31:55.256" v="10"/>
          <ac:spMkLst>
            <pc:docMk/>
            <pc:sldMk cId="1026759413" sldId="256"/>
            <ac:spMk id="4" creationId="{D38F1FAE-DA34-89DA-590C-07AFC4B8E2D6}"/>
          </ac:spMkLst>
        </pc:spChg>
        <pc:spChg chg="add del mod">
          <ac:chgData name="David Davis" userId="b6b274a4de69d771" providerId="LiveId" clId="{00C90E67-8028-4A92-A23E-A23CF4FC9B4B}" dt="2025-04-21T22:33:28.242" v="67"/>
          <ac:spMkLst>
            <pc:docMk/>
            <pc:sldMk cId="1026759413" sldId="256"/>
            <ac:spMk id="5" creationId="{E7BDDB88-1797-C79D-C579-EFCA252A89DE}"/>
          </ac:spMkLst>
        </pc:spChg>
        <pc:spChg chg="add mod">
          <ac:chgData name="David Davis" userId="b6b274a4de69d771" providerId="LiveId" clId="{00C90E67-8028-4A92-A23E-A23CF4FC9B4B}" dt="2025-04-21T22:33:27.331" v="65" actId="1076"/>
          <ac:spMkLst>
            <pc:docMk/>
            <pc:sldMk cId="1026759413" sldId="256"/>
            <ac:spMk id="6" creationId="{E866915B-58AC-6D1C-489A-8FAD89AABB49}"/>
          </ac:spMkLst>
        </pc:spChg>
        <pc:spChg chg="add">
          <ac:chgData name="David Davis" userId="b6b274a4de69d771" providerId="LiveId" clId="{00C90E67-8028-4A92-A23E-A23CF4FC9B4B}" dt="2025-04-21T22:31:05.119" v="2" actId="34807"/>
          <ac:spMkLst>
            <pc:docMk/>
            <pc:sldMk cId="1026759413" sldId="256"/>
            <ac:spMk id="7" creationId="{F456DBD1-1048-5A22-C973-3E5FA83F57BA}"/>
          </ac:spMkLst>
        </pc:spChg>
      </pc:sldChg>
      <pc:sldChg chg="new del">
        <pc:chgData name="David Davis" userId="b6b274a4de69d771" providerId="LiveId" clId="{00C90E67-8028-4A92-A23E-A23CF4FC9B4B}" dt="2025-04-21T22:31:05.119" v="2" actId="34807"/>
        <pc:sldMkLst>
          <pc:docMk/>
          <pc:sldMk cId="1143134317" sldId="256"/>
        </pc:sldMkLst>
      </pc:sldChg>
      <pc:sldChg chg="addSp modSp add del mod setBg">
        <pc:chgData name="David Davis" userId="b6b274a4de69d771" providerId="LiveId" clId="{00C90E67-8028-4A92-A23E-A23CF4FC9B4B}" dt="2025-04-21T22:33:31.712" v="68" actId="47"/>
        <pc:sldMkLst>
          <pc:docMk/>
          <pc:sldMk cId="1052387223" sldId="257"/>
        </pc:sldMkLst>
        <pc:spChg chg="mod">
          <ac:chgData name="David Davis" userId="b6b274a4de69d771" providerId="LiveId" clId="{00C90E67-8028-4A92-A23E-A23CF4FC9B4B}" dt="2025-04-21T22:31:05.119" v="2" actId="34807"/>
          <ac:spMkLst>
            <pc:docMk/>
            <pc:sldMk cId="1052387223" sldId="257"/>
            <ac:spMk id="2" creationId="{2B32612A-AE21-D85D-A7A5-67DF762BD721}"/>
          </ac:spMkLst>
        </pc:spChg>
        <pc:spChg chg="mod">
          <ac:chgData name="David Davis" userId="b6b274a4de69d771" providerId="LiveId" clId="{00C90E67-8028-4A92-A23E-A23CF4FC9B4B}" dt="2025-04-21T22:31:05.119" v="2" actId="34807"/>
          <ac:spMkLst>
            <pc:docMk/>
            <pc:sldMk cId="1052387223" sldId="257"/>
            <ac:spMk id="3" creationId="{937EEF00-FD26-0814-E816-7F0863C15225}"/>
          </ac:spMkLst>
        </pc:spChg>
        <pc:spChg chg="add">
          <ac:chgData name="David Davis" userId="b6b274a4de69d771" providerId="LiveId" clId="{00C90E67-8028-4A92-A23E-A23CF4FC9B4B}" dt="2025-04-21T22:31:05.119" v="2" actId="34807"/>
          <ac:spMkLst>
            <pc:docMk/>
            <pc:sldMk cId="1052387223" sldId="257"/>
            <ac:spMk id="8" creationId="{DDD1D22E-5996-E45B-92B2-659F701A4A3B}"/>
          </ac:spMkLst>
        </pc:spChg>
      </pc:sldChg>
      <pc:sldChg chg="addSp delSp modSp add mod setBg">
        <pc:chgData name="David Davis" userId="b6b274a4de69d771" providerId="LiveId" clId="{00C90E67-8028-4A92-A23E-A23CF4FC9B4B}" dt="2025-04-21T22:39:09.720" v="72" actId="26606"/>
        <pc:sldMkLst>
          <pc:docMk/>
          <pc:sldMk cId="1998066408" sldId="258"/>
        </pc:sldMkLst>
        <pc:spChg chg="mod">
          <ac:chgData name="David Davis" userId="b6b274a4de69d771" providerId="LiveId" clId="{00C90E67-8028-4A92-A23E-A23CF4FC9B4B}" dt="2025-04-21T22:39:09.720" v="72" actId="26606"/>
          <ac:spMkLst>
            <pc:docMk/>
            <pc:sldMk cId="1998066408" sldId="258"/>
            <ac:spMk id="2" creationId="{801DC2D8-4735-F6D8-6C91-99D7A0BC424F}"/>
          </ac:spMkLst>
        </pc:spChg>
        <pc:spChg chg="del mod">
          <ac:chgData name="David Davis" userId="b6b274a4de69d771" providerId="LiveId" clId="{00C90E67-8028-4A92-A23E-A23CF4FC9B4B}" dt="2025-04-21T22:39:09.720" v="72" actId="26606"/>
          <ac:spMkLst>
            <pc:docMk/>
            <pc:sldMk cId="1998066408" sldId="258"/>
            <ac:spMk id="3" creationId="{2327F569-B4D6-547A-A165-356DFFFAC7A7}"/>
          </ac:spMkLst>
        </pc:spChg>
        <pc:spChg chg="add del">
          <ac:chgData name="David Davis" userId="b6b274a4de69d771" providerId="LiveId" clId="{00C90E67-8028-4A92-A23E-A23CF4FC9B4B}" dt="2025-04-21T22:39:09.720" v="72" actId="26606"/>
          <ac:spMkLst>
            <pc:docMk/>
            <pc:sldMk cId="1998066408" sldId="258"/>
            <ac:spMk id="8" creationId="{DDD1D22E-5996-E45B-92B2-659F701A4A3B}"/>
          </ac:spMkLst>
        </pc:spChg>
        <pc:spChg chg="add">
          <ac:chgData name="David Davis" userId="b6b274a4de69d771" providerId="LiveId" clId="{00C90E67-8028-4A92-A23E-A23CF4FC9B4B}" dt="2025-04-21T22:39:09.720" v="72" actId="26606"/>
          <ac:spMkLst>
            <pc:docMk/>
            <pc:sldMk cId="1998066408" sldId="258"/>
            <ac:spMk id="14" creationId="{BACC6370-2D7E-4714-9D71-7542949D7D5D}"/>
          </ac:spMkLst>
        </pc:spChg>
        <pc:spChg chg="add">
          <ac:chgData name="David Davis" userId="b6b274a4de69d771" providerId="LiveId" clId="{00C90E67-8028-4A92-A23E-A23CF4FC9B4B}" dt="2025-04-21T22:39:09.720" v="72" actId="26606"/>
          <ac:spMkLst>
            <pc:docMk/>
            <pc:sldMk cId="1998066408" sldId="258"/>
            <ac:spMk id="16" creationId="{F68B3F68-107C-434F-AA38-110D5EA91B85}"/>
          </ac:spMkLst>
        </pc:spChg>
        <pc:spChg chg="add">
          <ac:chgData name="David Davis" userId="b6b274a4de69d771" providerId="LiveId" clId="{00C90E67-8028-4A92-A23E-A23CF4FC9B4B}" dt="2025-04-21T22:39:09.720" v="72" actId="26606"/>
          <ac:spMkLst>
            <pc:docMk/>
            <pc:sldMk cId="1998066408" sldId="258"/>
            <ac:spMk id="18" creationId="{AAD0DBB9-1A4B-4391-81D4-CB19F9AB918A}"/>
          </ac:spMkLst>
        </pc:spChg>
        <pc:spChg chg="add">
          <ac:chgData name="David Davis" userId="b6b274a4de69d771" providerId="LiveId" clId="{00C90E67-8028-4A92-A23E-A23CF4FC9B4B}" dt="2025-04-21T22:39:09.720" v="72" actId="26606"/>
          <ac:spMkLst>
            <pc:docMk/>
            <pc:sldMk cId="1998066408" sldId="258"/>
            <ac:spMk id="20" creationId="{063BBA22-50EA-4C4D-BE05-F1CE4E63AA56}"/>
          </ac:spMkLst>
        </pc:spChg>
        <pc:graphicFrameChg chg="add">
          <ac:chgData name="David Davis" userId="b6b274a4de69d771" providerId="LiveId" clId="{00C90E67-8028-4A92-A23E-A23CF4FC9B4B}" dt="2025-04-21T22:39:09.720" v="72" actId="26606"/>
          <ac:graphicFrameMkLst>
            <pc:docMk/>
            <pc:sldMk cId="1998066408" sldId="258"/>
            <ac:graphicFrameMk id="10" creationId="{DE051D37-501C-59D0-AA60-E62844BE93ED}"/>
          </ac:graphicFrameMkLst>
        </pc:graphicFrameChg>
      </pc:sldChg>
      <pc:sldChg chg="addSp delSp modSp add mod setBg">
        <pc:chgData name="David Davis" userId="b6b274a4de69d771" providerId="LiveId" clId="{00C90E67-8028-4A92-A23E-A23CF4FC9B4B}" dt="2025-04-21T22:40:14.526" v="79" actId="26606"/>
        <pc:sldMkLst>
          <pc:docMk/>
          <pc:sldMk cId="2694197201" sldId="259"/>
        </pc:sldMkLst>
        <pc:spChg chg="mod">
          <ac:chgData name="David Davis" userId="b6b274a4de69d771" providerId="LiveId" clId="{00C90E67-8028-4A92-A23E-A23CF4FC9B4B}" dt="2025-04-21T22:40:14.526" v="79" actId="26606"/>
          <ac:spMkLst>
            <pc:docMk/>
            <pc:sldMk cId="2694197201" sldId="259"/>
            <ac:spMk id="2" creationId="{68D2982C-843D-317B-10E3-D099BC0A64E9}"/>
          </ac:spMkLst>
        </pc:spChg>
        <pc:spChg chg="add del mod">
          <ac:chgData name="David Davis" userId="b6b274a4de69d771" providerId="LiveId" clId="{00C90E67-8028-4A92-A23E-A23CF4FC9B4B}" dt="2025-04-21T22:40:14.526" v="79" actId="26606"/>
          <ac:spMkLst>
            <pc:docMk/>
            <pc:sldMk cId="2694197201" sldId="259"/>
            <ac:spMk id="3" creationId="{D0A130E1-754B-B8A6-C1A1-974FC5A6136F}"/>
          </ac:spMkLst>
        </pc:spChg>
        <pc:spChg chg="add del">
          <ac:chgData name="David Davis" userId="b6b274a4de69d771" providerId="LiveId" clId="{00C90E67-8028-4A92-A23E-A23CF4FC9B4B}" dt="2025-04-21T22:40:14.526" v="79" actId="26606"/>
          <ac:spMkLst>
            <pc:docMk/>
            <pc:sldMk cId="2694197201" sldId="259"/>
            <ac:spMk id="8" creationId="{DDD1D22E-5996-E45B-92B2-659F701A4A3B}"/>
          </ac:spMkLst>
        </pc:spChg>
        <pc:spChg chg="add del">
          <ac:chgData name="David Davis" userId="b6b274a4de69d771" providerId="LiveId" clId="{00C90E67-8028-4A92-A23E-A23CF4FC9B4B}" dt="2025-04-21T22:39:49.248" v="74" actId="26606"/>
          <ac:spMkLst>
            <pc:docMk/>
            <pc:sldMk cId="2694197201" sldId="259"/>
            <ac:spMk id="13" creationId="{DEE2AD96-B495-4E06-9291-B71706F728CB}"/>
          </ac:spMkLst>
        </pc:spChg>
        <pc:spChg chg="add del">
          <ac:chgData name="David Davis" userId="b6b274a4de69d771" providerId="LiveId" clId="{00C90E67-8028-4A92-A23E-A23CF4FC9B4B}" dt="2025-04-21T22:39:49.248" v="74" actId="26606"/>
          <ac:spMkLst>
            <pc:docMk/>
            <pc:sldMk cId="2694197201" sldId="259"/>
            <ac:spMk id="15" creationId="{53CF6D67-C5A8-4ADD-9E8E-1E38CA1D3166}"/>
          </ac:spMkLst>
        </pc:spChg>
        <pc:spChg chg="add del">
          <ac:chgData name="David Davis" userId="b6b274a4de69d771" providerId="LiveId" clId="{00C90E67-8028-4A92-A23E-A23CF4FC9B4B}" dt="2025-04-21T22:39:49.248" v="74" actId="26606"/>
          <ac:spMkLst>
            <pc:docMk/>
            <pc:sldMk cId="2694197201" sldId="259"/>
            <ac:spMk id="17" creationId="{86909FA0-B515-4681-B7A8-FA281D133B94}"/>
          </ac:spMkLst>
        </pc:spChg>
        <pc:spChg chg="add del">
          <ac:chgData name="David Davis" userId="b6b274a4de69d771" providerId="LiveId" clId="{00C90E67-8028-4A92-A23E-A23CF4FC9B4B}" dt="2025-04-21T22:39:49.248" v="74" actId="26606"/>
          <ac:spMkLst>
            <pc:docMk/>
            <pc:sldMk cId="2694197201" sldId="259"/>
            <ac:spMk id="19" creationId="{21C9FE86-FCC3-4A31-AA1C-C882262B7FE7}"/>
          </ac:spMkLst>
        </pc:spChg>
        <pc:spChg chg="add del">
          <ac:chgData name="David Davis" userId="b6b274a4de69d771" providerId="LiveId" clId="{00C90E67-8028-4A92-A23E-A23CF4FC9B4B}" dt="2025-04-21T22:39:49.248" v="74" actId="26606"/>
          <ac:spMkLst>
            <pc:docMk/>
            <pc:sldMk cId="2694197201" sldId="259"/>
            <ac:spMk id="21" creationId="{7D96243B-ECED-4B71-8E06-AE9A285EAD20}"/>
          </ac:spMkLst>
        </pc:spChg>
        <pc:spChg chg="add del">
          <ac:chgData name="David Davis" userId="b6b274a4de69d771" providerId="LiveId" clId="{00C90E67-8028-4A92-A23E-A23CF4FC9B4B}" dt="2025-04-21T22:39:49.248" v="74" actId="26606"/>
          <ac:spMkLst>
            <pc:docMk/>
            <pc:sldMk cId="2694197201" sldId="259"/>
            <ac:spMk id="23" creationId="{A09989E4-EFDC-4A90-A633-E0525FB4139E}"/>
          </ac:spMkLst>
        </pc:spChg>
        <pc:spChg chg="add del">
          <ac:chgData name="David Davis" userId="b6b274a4de69d771" providerId="LiveId" clId="{00C90E67-8028-4A92-A23E-A23CF4FC9B4B}" dt="2025-04-21T22:40:01.369" v="76" actId="26606"/>
          <ac:spMkLst>
            <pc:docMk/>
            <pc:sldMk cId="2694197201" sldId="259"/>
            <ac:spMk id="25" creationId="{DDD1D22E-5996-E45B-92B2-659F701A4A3B}"/>
          </ac:spMkLst>
        </pc:spChg>
        <pc:spChg chg="add del">
          <ac:chgData name="David Davis" userId="b6b274a4de69d771" providerId="LiveId" clId="{00C90E67-8028-4A92-A23E-A23CF4FC9B4B}" dt="2025-04-21T22:40:14.505" v="78" actId="26606"/>
          <ac:spMkLst>
            <pc:docMk/>
            <pc:sldMk cId="2694197201" sldId="259"/>
            <ac:spMk id="27" creationId="{DDD1D22E-5996-E45B-92B2-659F701A4A3B}"/>
          </ac:spMkLst>
        </pc:spChg>
        <pc:spChg chg="add">
          <ac:chgData name="David Davis" userId="b6b274a4de69d771" providerId="LiveId" clId="{00C90E67-8028-4A92-A23E-A23CF4FC9B4B}" dt="2025-04-21T22:40:14.526" v="79" actId="26606"/>
          <ac:spMkLst>
            <pc:docMk/>
            <pc:sldMk cId="2694197201" sldId="259"/>
            <ac:spMk id="30" creationId="{1B15ED52-F352-441B-82BF-E0EA34836D08}"/>
          </ac:spMkLst>
        </pc:spChg>
        <pc:spChg chg="add">
          <ac:chgData name="David Davis" userId="b6b274a4de69d771" providerId="LiveId" clId="{00C90E67-8028-4A92-A23E-A23CF4FC9B4B}" dt="2025-04-21T22:40:14.526" v="79" actId="26606"/>
          <ac:spMkLst>
            <pc:docMk/>
            <pc:sldMk cId="2694197201" sldId="259"/>
            <ac:spMk id="31" creationId="{3B2E3793-BFE6-45A2-9B7B-E18844431C99}"/>
          </ac:spMkLst>
        </pc:spChg>
        <pc:spChg chg="add">
          <ac:chgData name="David Davis" userId="b6b274a4de69d771" providerId="LiveId" clId="{00C90E67-8028-4A92-A23E-A23CF4FC9B4B}" dt="2025-04-21T22:40:14.526" v="79" actId="26606"/>
          <ac:spMkLst>
            <pc:docMk/>
            <pc:sldMk cId="2694197201" sldId="259"/>
            <ac:spMk id="32" creationId="{BC4C4868-CB8F-4AF9-9CDB-8108F2C19B67}"/>
          </ac:spMkLst>
        </pc:spChg>
        <pc:spChg chg="add">
          <ac:chgData name="David Davis" userId="b6b274a4de69d771" providerId="LiveId" clId="{00C90E67-8028-4A92-A23E-A23CF4FC9B4B}" dt="2025-04-21T22:40:14.526" v="79" actId="26606"/>
          <ac:spMkLst>
            <pc:docMk/>
            <pc:sldMk cId="2694197201" sldId="259"/>
            <ac:spMk id="33" creationId="{375E0459-6403-40CD-989D-56A4407CA12E}"/>
          </ac:spMkLst>
        </pc:spChg>
        <pc:spChg chg="add">
          <ac:chgData name="David Davis" userId="b6b274a4de69d771" providerId="LiveId" clId="{00C90E67-8028-4A92-A23E-A23CF4FC9B4B}" dt="2025-04-21T22:40:14.526" v="79" actId="26606"/>
          <ac:spMkLst>
            <pc:docMk/>
            <pc:sldMk cId="2694197201" sldId="259"/>
            <ac:spMk id="34" creationId="{53E5B1A8-3AC9-4BD1-9BBC-78CA94F2D1BA}"/>
          </ac:spMkLst>
        </pc:spChg>
        <pc:spChg chg="add">
          <ac:chgData name="David Davis" userId="b6b274a4de69d771" providerId="LiveId" clId="{00C90E67-8028-4A92-A23E-A23CF4FC9B4B}" dt="2025-04-21T22:40:14.526" v="79" actId="26606"/>
          <ac:spMkLst>
            <pc:docMk/>
            <pc:sldMk cId="2694197201" sldId="259"/>
            <ac:spMk id="35" creationId="{D0A130E1-754B-B8A6-C1A1-974FC5A6136F}"/>
          </ac:spMkLst>
        </pc:spChg>
        <pc:graphicFrameChg chg="add del">
          <ac:chgData name="David Davis" userId="b6b274a4de69d771" providerId="LiveId" clId="{00C90E67-8028-4A92-A23E-A23CF4FC9B4B}" dt="2025-04-21T22:40:01.369" v="76" actId="26606"/>
          <ac:graphicFrameMkLst>
            <pc:docMk/>
            <pc:sldMk cId="2694197201" sldId="259"/>
            <ac:graphicFrameMk id="10" creationId="{06B8FDF9-CA36-97E3-F233-06DA7EA1DC94}"/>
          </ac:graphicFrameMkLst>
        </pc:graphicFrameChg>
        <pc:graphicFrameChg chg="add del">
          <ac:chgData name="David Davis" userId="b6b274a4de69d771" providerId="LiveId" clId="{00C90E67-8028-4A92-A23E-A23CF4FC9B4B}" dt="2025-04-21T22:40:14.505" v="78" actId="26606"/>
          <ac:graphicFrameMkLst>
            <pc:docMk/>
            <pc:sldMk cId="2694197201" sldId="259"/>
            <ac:graphicFrameMk id="28" creationId="{AA837F6F-19C3-FDE3-04C4-F274478B9825}"/>
          </ac:graphicFrameMkLst>
        </pc:graphicFrameChg>
      </pc:sldChg>
      <pc:sldChg chg="addSp delSp modSp add mod setBg">
        <pc:chgData name="David Davis" userId="b6b274a4de69d771" providerId="LiveId" clId="{00C90E67-8028-4A92-A23E-A23CF4FC9B4B}" dt="2025-04-21T22:42:04.954" v="87" actId="403"/>
        <pc:sldMkLst>
          <pc:docMk/>
          <pc:sldMk cId="3626579486" sldId="260"/>
        </pc:sldMkLst>
        <pc:spChg chg="mod">
          <ac:chgData name="David Davis" userId="b6b274a4de69d771" providerId="LiveId" clId="{00C90E67-8028-4A92-A23E-A23CF4FC9B4B}" dt="2025-04-21T22:41:56.522" v="85" actId="14100"/>
          <ac:spMkLst>
            <pc:docMk/>
            <pc:sldMk cId="3626579486" sldId="260"/>
            <ac:spMk id="2" creationId="{3CD99323-0F0C-B318-F5CB-DEE65B3D61A7}"/>
          </ac:spMkLst>
        </pc:spChg>
        <pc:spChg chg="mod">
          <ac:chgData name="David Davis" userId="b6b274a4de69d771" providerId="LiveId" clId="{00C90E67-8028-4A92-A23E-A23CF4FC9B4B}" dt="2025-04-21T22:42:04.954" v="87" actId="403"/>
          <ac:spMkLst>
            <pc:docMk/>
            <pc:sldMk cId="3626579486" sldId="260"/>
            <ac:spMk id="3" creationId="{A9F63D33-69B5-7E07-79D1-89BD7E27001E}"/>
          </ac:spMkLst>
        </pc:spChg>
        <pc:spChg chg="add del">
          <ac:chgData name="David Davis" userId="b6b274a4de69d771" providerId="LiveId" clId="{00C90E67-8028-4A92-A23E-A23CF4FC9B4B}" dt="2025-04-21T22:41:02.196" v="80" actId="26606"/>
          <ac:spMkLst>
            <pc:docMk/>
            <pc:sldMk cId="3626579486" sldId="260"/>
            <ac:spMk id="8" creationId="{DDD1D22E-5996-E45B-92B2-659F701A4A3B}"/>
          </ac:spMkLst>
        </pc:spChg>
        <pc:grpChg chg="add">
          <ac:chgData name="David Davis" userId="b6b274a4de69d771" providerId="LiveId" clId="{00C90E67-8028-4A92-A23E-A23CF4FC9B4B}" dt="2025-04-21T22:41:02.196" v="80" actId="26606"/>
          <ac:grpSpMkLst>
            <pc:docMk/>
            <pc:sldMk cId="3626579486" sldId="260"/>
            <ac:grpSpMk id="14" creationId="{5EFBDE31-BB3E-6CFC-23CD-B5976DA38438}"/>
          </ac:grpSpMkLst>
        </pc:grpChg>
        <pc:picChg chg="add">
          <ac:chgData name="David Davis" userId="b6b274a4de69d771" providerId="LiveId" clId="{00C90E67-8028-4A92-A23E-A23CF4FC9B4B}" dt="2025-04-21T22:41:02.196" v="80" actId="26606"/>
          <ac:picMkLst>
            <pc:docMk/>
            <pc:sldMk cId="3626579486" sldId="260"/>
            <ac:picMk id="10" creationId="{65B34C3E-C82B-FE27-3328-84F74BCCCCFE}"/>
          </ac:picMkLst>
        </pc:picChg>
      </pc:sldChg>
      <pc:sldChg chg="addSp modSp add mod setBg">
        <pc:chgData name="David Davis" userId="b6b274a4de69d771" providerId="LiveId" clId="{00C90E67-8028-4A92-A23E-A23CF4FC9B4B}" dt="2025-04-21T22:31:05.119" v="2" actId="34807"/>
        <pc:sldMkLst>
          <pc:docMk/>
          <pc:sldMk cId="156579043" sldId="261"/>
        </pc:sldMkLst>
        <pc:spChg chg="mod">
          <ac:chgData name="David Davis" userId="b6b274a4de69d771" providerId="LiveId" clId="{00C90E67-8028-4A92-A23E-A23CF4FC9B4B}" dt="2025-04-21T22:31:05.119" v="2" actId="34807"/>
          <ac:spMkLst>
            <pc:docMk/>
            <pc:sldMk cId="156579043" sldId="261"/>
            <ac:spMk id="2" creationId="{A9F555B1-3CB4-122A-7763-CD40AA08CEE3}"/>
          </ac:spMkLst>
        </pc:spChg>
        <pc:spChg chg="mod">
          <ac:chgData name="David Davis" userId="b6b274a4de69d771" providerId="LiveId" clId="{00C90E67-8028-4A92-A23E-A23CF4FC9B4B}" dt="2025-04-21T22:31:05.119" v="2" actId="34807"/>
          <ac:spMkLst>
            <pc:docMk/>
            <pc:sldMk cId="156579043" sldId="261"/>
            <ac:spMk id="3" creationId="{22D18E7A-8EDD-3CD0-5E02-D77E6AB35FC4}"/>
          </ac:spMkLst>
        </pc:spChg>
        <pc:spChg chg="add">
          <ac:chgData name="David Davis" userId="b6b274a4de69d771" providerId="LiveId" clId="{00C90E67-8028-4A92-A23E-A23CF4FC9B4B}" dt="2025-04-21T22:31:05.119" v="2" actId="34807"/>
          <ac:spMkLst>
            <pc:docMk/>
            <pc:sldMk cId="156579043" sldId="261"/>
            <ac:spMk id="8" creationId="{DDD1D22E-5996-E45B-92B2-659F701A4A3B}"/>
          </ac:spMkLst>
        </pc:spChg>
      </pc:sldChg>
      <pc:sldChg chg="addSp delSp modSp add mod setBg">
        <pc:chgData name="David Davis" userId="b6b274a4de69d771" providerId="LiveId" clId="{00C90E67-8028-4A92-A23E-A23CF4FC9B4B}" dt="2025-04-21T23:28:13.246" v="157" actId="403"/>
        <pc:sldMkLst>
          <pc:docMk/>
          <pc:sldMk cId="1717415277" sldId="262"/>
        </pc:sldMkLst>
        <pc:spChg chg="mod">
          <ac:chgData name="David Davis" userId="b6b274a4de69d771" providerId="LiveId" clId="{00C90E67-8028-4A92-A23E-A23CF4FC9B4B}" dt="2025-04-21T23:28:03.667" v="152" actId="26606"/>
          <ac:spMkLst>
            <pc:docMk/>
            <pc:sldMk cId="1717415277" sldId="262"/>
            <ac:spMk id="2" creationId="{6637D8CC-10CE-92D1-9970-791167CBE18F}"/>
          </ac:spMkLst>
        </pc:spChg>
        <pc:spChg chg="mod">
          <ac:chgData name="David Davis" userId="b6b274a4de69d771" providerId="LiveId" clId="{00C90E67-8028-4A92-A23E-A23CF4FC9B4B}" dt="2025-04-21T23:28:13.246" v="157" actId="403"/>
          <ac:spMkLst>
            <pc:docMk/>
            <pc:sldMk cId="1717415277" sldId="262"/>
            <ac:spMk id="3" creationId="{6A0908BB-FDA6-56D2-32DC-50CF078FE137}"/>
          </ac:spMkLst>
        </pc:spChg>
        <pc:spChg chg="add del">
          <ac:chgData name="David Davis" userId="b6b274a4de69d771" providerId="LiveId" clId="{00C90E67-8028-4A92-A23E-A23CF4FC9B4B}" dt="2025-04-21T23:28:03.667" v="152" actId="26606"/>
          <ac:spMkLst>
            <pc:docMk/>
            <pc:sldMk cId="1717415277" sldId="262"/>
            <ac:spMk id="8" creationId="{DDD1D22E-5996-E45B-92B2-659F701A4A3B}"/>
          </ac:spMkLst>
        </pc:spChg>
        <pc:spChg chg="add del">
          <ac:chgData name="David Davis" userId="b6b274a4de69d771" providerId="LiveId" clId="{00C90E67-8028-4A92-A23E-A23CF4FC9B4B}" dt="2025-04-21T23:28:03.651" v="151" actId="26606"/>
          <ac:spMkLst>
            <pc:docMk/>
            <pc:sldMk cId="1717415277" sldId="262"/>
            <ac:spMk id="13" creationId="{70DFC902-7D23-471A-B557-B6B6917D7A0D}"/>
          </ac:spMkLst>
        </pc:spChg>
        <pc:spChg chg="add del">
          <ac:chgData name="David Davis" userId="b6b274a4de69d771" providerId="LiveId" clId="{00C90E67-8028-4A92-A23E-A23CF4FC9B4B}" dt="2025-04-21T23:28:03.651" v="151" actId="26606"/>
          <ac:spMkLst>
            <pc:docMk/>
            <pc:sldMk cId="1717415277" sldId="262"/>
            <ac:spMk id="15" creationId="{A55D5633-D557-4DCA-982C-FF36EB7A1C00}"/>
          </ac:spMkLst>
        </pc:spChg>
        <pc:spChg chg="add del">
          <ac:chgData name="David Davis" userId="b6b274a4de69d771" providerId="LiveId" clId="{00C90E67-8028-4A92-A23E-A23CF4FC9B4B}" dt="2025-04-21T23:28:03.651" v="151" actId="26606"/>
          <ac:spMkLst>
            <pc:docMk/>
            <pc:sldMk cId="1717415277" sldId="262"/>
            <ac:spMk id="17" creationId="{450D3AD2-FA80-415F-A9CE-54D884561CD7}"/>
          </ac:spMkLst>
        </pc:spChg>
        <pc:spChg chg="add">
          <ac:chgData name="David Davis" userId="b6b274a4de69d771" providerId="LiveId" clId="{00C90E67-8028-4A92-A23E-A23CF4FC9B4B}" dt="2025-04-21T23:28:03.667" v="152" actId="26606"/>
          <ac:spMkLst>
            <pc:docMk/>
            <pc:sldMk cId="1717415277" sldId="262"/>
            <ac:spMk id="19" creationId="{375E0459-6403-40CD-989D-56A4407CA12E}"/>
          </ac:spMkLst>
        </pc:spChg>
        <pc:spChg chg="add">
          <ac:chgData name="David Davis" userId="b6b274a4de69d771" providerId="LiveId" clId="{00C90E67-8028-4A92-A23E-A23CF4FC9B4B}" dt="2025-04-21T23:28:03.667" v="152" actId="26606"/>
          <ac:spMkLst>
            <pc:docMk/>
            <pc:sldMk cId="1717415277" sldId="262"/>
            <ac:spMk id="20" creationId="{1B15ED52-F352-441B-82BF-E0EA34836D08}"/>
          </ac:spMkLst>
        </pc:spChg>
        <pc:spChg chg="add">
          <ac:chgData name="David Davis" userId="b6b274a4de69d771" providerId="LiveId" clId="{00C90E67-8028-4A92-A23E-A23CF4FC9B4B}" dt="2025-04-21T23:28:03.667" v="152" actId="26606"/>
          <ac:spMkLst>
            <pc:docMk/>
            <pc:sldMk cId="1717415277" sldId="262"/>
            <ac:spMk id="21" creationId="{53E5B1A8-3AC9-4BD1-9BBC-78CA94F2D1BA}"/>
          </ac:spMkLst>
        </pc:spChg>
        <pc:spChg chg="add">
          <ac:chgData name="David Davis" userId="b6b274a4de69d771" providerId="LiveId" clId="{00C90E67-8028-4A92-A23E-A23CF4FC9B4B}" dt="2025-04-21T23:28:03.667" v="152" actId="26606"/>
          <ac:spMkLst>
            <pc:docMk/>
            <pc:sldMk cId="1717415277" sldId="262"/>
            <ac:spMk id="22" creationId="{3B2E3793-BFE6-45A2-9B7B-E18844431C99}"/>
          </ac:spMkLst>
        </pc:spChg>
        <pc:spChg chg="add">
          <ac:chgData name="David Davis" userId="b6b274a4de69d771" providerId="LiveId" clId="{00C90E67-8028-4A92-A23E-A23CF4FC9B4B}" dt="2025-04-21T23:28:03.667" v="152" actId="26606"/>
          <ac:spMkLst>
            <pc:docMk/>
            <pc:sldMk cId="1717415277" sldId="262"/>
            <ac:spMk id="23" creationId="{BC4C4868-CB8F-4AF9-9CDB-8108F2C19B67}"/>
          </ac:spMkLst>
        </pc:spChg>
      </pc:sldChg>
      <pc:sldChg chg="addSp delSp modSp add mod setBg">
        <pc:chgData name="David Davis" userId="b6b274a4de69d771" providerId="LiveId" clId="{00C90E67-8028-4A92-A23E-A23CF4FC9B4B}" dt="2025-04-21T23:05:21.418" v="110" actId="26606"/>
        <pc:sldMkLst>
          <pc:docMk/>
          <pc:sldMk cId="2413234625" sldId="263"/>
        </pc:sldMkLst>
        <pc:spChg chg="mod">
          <ac:chgData name="David Davis" userId="b6b274a4de69d771" providerId="LiveId" clId="{00C90E67-8028-4A92-A23E-A23CF4FC9B4B}" dt="2025-04-21T23:05:21.418" v="110" actId="26606"/>
          <ac:spMkLst>
            <pc:docMk/>
            <pc:sldMk cId="2413234625" sldId="263"/>
            <ac:spMk id="2" creationId="{1FD82048-B911-B026-7C65-5D41FEBA293F}"/>
          </ac:spMkLst>
        </pc:spChg>
        <pc:spChg chg="add del mod">
          <ac:chgData name="David Davis" userId="b6b274a4de69d771" providerId="LiveId" clId="{00C90E67-8028-4A92-A23E-A23CF4FC9B4B}" dt="2025-04-21T23:05:21.418" v="110" actId="26606"/>
          <ac:spMkLst>
            <pc:docMk/>
            <pc:sldMk cId="2413234625" sldId="263"/>
            <ac:spMk id="3" creationId="{D1153430-92E6-6FDB-2421-B76434CE802C}"/>
          </ac:spMkLst>
        </pc:spChg>
        <pc:spChg chg="add del">
          <ac:chgData name="David Davis" userId="b6b274a4de69d771" providerId="LiveId" clId="{00C90E67-8028-4A92-A23E-A23CF4FC9B4B}" dt="2025-04-21T23:02:28.872" v="93" actId="26606"/>
          <ac:spMkLst>
            <pc:docMk/>
            <pc:sldMk cId="2413234625" sldId="263"/>
            <ac:spMk id="8" creationId="{DDD1D22E-5996-E45B-92B2-659F701A4A3B}"/>
          </ac:spMkLst>
        </pc:spChg>
        <pc:spChg chg="add del">
          <ac:chgData name="David Davis" userId="b6b274a4de69d771" providerId="LiveId" clId="{00C90E67-8028-4A92-A23E-A23CF4FC9B4B}" dt="2025-04-21T23:05:21.418" v="110" actId="26606"/>
          <ac:spMkLst>
            <pc:docMk/>
            <pc:sldMk cId="2413234625" sldId="263"/>
            <ac:spMk id="13" creationId="{4AC6B390-BC59-4F1D-A0EE-D71A92F0A0B2}"/>
          </ac:spMkLst>
        </pc:spChg>
        <pc:spChg chg="add del">
          <ac:chgData name="David Davis" userId="b6b274a4de69d771" providerId="LiveId" clId="{00C90E67-8028-4A92-A23E-A23CF4FC9B4B}" dt="2025-04-21T23:05:21.418" v="110" actId="26606"/>
          <ac:spMkLst>
            <pc:docMk/>
            <pc:sldMk cId="2413234625" sldId="263"/>
            <ac:spMk id="15" creationId="{B6C60D79-16F1-4C4B-B7E3-7634E7069CDE}"/>
          </ac:spMkLst>
        </pc:spChg>
        <pc:spChg chg="add del">
          <ac:chgData name="David Davis" userId="b6b274a4de69d771" providerId="LiveId" clId="{00C90E67-8028-4A92-A23E-A23CF4FC9B4B}" dt="2025-04-21T23:05:21.418" v="110" actId="26606"/>
          <ac:spMkLst>
            <pc:docMk/>
            <pc:sldMk cId="2413234625" sldId="263"/>
            <ac:spMk id="17" creationId="{426B127E-6498-4C77-9C9D-4553A5113B80}"/>
          </ac:spMkLst>
        </pc:spChg>
        <pc:spChg chg="add del">
          <ac:chgData name="David Davis" userId="b6b274a4de69d771" providerId="LiveId" clId="{00C90E67-8028-4A92-A23E-A23CF4FC9B4B}" dt="2025-04-21T23:05:21.403" v="109" actId="26606"/>
          <ac:spMkLst>
            <pc:docMk/>
            <pc:sldMk cId="2413234625" sldId="263"/>
            <ac:spMk id="24" creationId="{B50AB553-2A96-4A92-96F2-93548E096954}"/>
          </ac:spMkLst>
        </pc:spChg>
        <pc:spChg chg="add">
          <ac:chgData name="David Davis" userId="b6b274a4de69d771" providerId="LiveId" clId="{00C90E67-8028-4A92-A23E-A23CF4FC9B4B}" dt="2025-04-21T23:05:21.418" v="110" actId="26606"/>
          <ac:spMkLst>
            <pc:docMk/>
            <pc:sldMk cId="2413234625" sldId="263"/>
            <ac:spMk id="27" creationId="{53CF6D67-C5A8-4ADD-9E8E-1E38CA1D3166}"/>
          </ac:spMkLst>
        </pc:spChg>
        <pc:spChg chg="add">
          <ac:chgData name="David Davis" userId="b6b274a4de69d771" providerId="LiveId" clId="{00C90E67-8028-4A92-A23E-A23CF4FC9B4B}" dt="2025-04-21T23:05:21.418" v="110" actId="26606"/>
          <ac:spMkLst>
            <pc:docMk/>
            <pc:sldMk cId="2413234625" sldId="263"/>
            <ac:spMk id="28" creationId="{21C9FE86-FCC3-4A31-AA1C-C882262B7FE7}"/>
          </ac:spMkLst>
        </pc:spChg>
        <pc:spChg chg="add">
          <ac:chgData name="David Davis" userId="b6b274a4de69d771" providerId="LiveId" clId="{00C90E67-8028-4A92-A23E-A23CF4FC9B4B}" dt="2025-04-21T23:05:21.418" v="110" actId="26606"/>
          <ac:spMkLst>
            <pc:docMk/>
            <pc:sldMk cId="2413234625" sldId="263"/>
            <ac:spMk id="29" creationId="{D1153430-92E6-6FDB-2421-B76434CE802C}"/>
          </ac:spMkLst>
        </pc:spChg>
        <pc:spChg chg="add">
          <ac:chgData name="David Davis" userId="b6b274a4de69d771" providerId="LiveId" clId="{00C90E67-8028-4A92-A23E-A23CF4FC9B4B}" dt="2025-04-21T23:05:21.418" v="110" actId="26606"/>
          <ac:spMkLst>
            <pc:docMk/>
            <pc:sldMk cId="2413234625" sldId="263"/>
            <ac:spMk id="30" creationId="{7D96243B-ECED-4B71-8E06-AE9A285EAD20}"/>
          </ac:spMkLst>
        </pc:spChg>
        <pc:spChg chg="add">
          <ac:chgData name="David Davis" userId="b6b274a4de69d771" providerId="LiveId" clId="{00C90E67-8028-4A92-A23E-A23CF4FC9B4B}" dt="2025-04-21T23:05:21.418" v="110" actId="26606"/>
          <ac:spMkLst>
            <pc:docMk/>
            <pc:sldMk cId="2413234625" sldId="263"/>
            <ac:spMk id="32" creationId="{A09989E4-EFDC-4A90-A633-E0525FB4139E}"/>
          </ac:spMkLst>
        </pc:spChg>
        <pc:graphicFrameChg chg="add del mod modGraphic">
          <ac:chgData name="David Davis" userId="b6b274a4de69d771" providerId="LiveId" clId="{00C90E67-8028-4A92-A23E-A23CF4FC9B4B}" dt="2025-04-21T23:04:50.216" v="101" actId="21"/>
          <ac:graphicFrameMkLst>
            <pc:docMk/>
            <pc:sldMk cId="2413234625" sldId="263"/>
            <ac:graphicFrameMk id="4" creationId="{1BCDF674-9E3D-77FA-7545-D14E8C2C713E}"/>
          </ac:graphicFrameMkLst>
        </pc:graphicFrameChg>
        <pc:graphicFrameChg chg="add del">
          <ac:chgData name="David Davis" userId="b6b274a4de69d771" providerId="LiveId" clId="{00C90E67-8028-4A92-A23E-A23CF4FC9B4B}" dt="2025-04-21T23:05:21.403" v="109" actId="26606"/>
          <ac:graphicFrameMkLst>
            <pc:docMk/>
            <pc:sldMk cId="2413234625" sldId="263"/>
            <ac:graphicFrameMk id="19" creationId="{6224D093-8AC1-E3C7-16BB-58ABDED08C4B}"/>
          </ac:graphicFrameMkLst>
        </pc:graphicFrameChg>
        <pc:picChg chg="add del">
          <ac:chgData name="David Davis" userId="b6b274a4de69d771" providerId="LiveId" clId="{00C90E67-8028-4A92-A23E-A23CF4FC9B4B}" dt="2025-04-21T23:05:21.403" v="109" actId="26606"/>
          <ac:picMkLst>
            <pc:docMk/>
            <pc:sldMk cId="2413234625" sldId="263"/>
            <ac:picMk id="20" creationId="{96515822-C1A3-743E-464C-C0BC50C55C8F}"/>
          </ac:picMkLst>
        </pc:picChg>
      </pc:sldChg>
      <pc:sldChg chg="addSp delSp modSp add mod setBg">
        <pc:chgData name="David Davis" userId="b6b274a4de69d771" providerId="LiveId" clId="{00C90E67-8028-4A92-A23E-A23CF4FC9B4B}" dt="2025-04-21T23:12:35.247" v="139" actId="14100"/>
        <pc:sldMkLst>
          <pc:docMk/>
          <pc:sldMk cId="44925910" sldId="264"/>
        </pc:sldMkLst>
        <pc:spChg chg="mod ord">
          <ac:chgData name="David Davis" userId="b6b274a4de69d771" providerId="LiveId" clId="{00C90E67-8028-4A92-A23E-A23CF4FC9B4B}" dt="2025-04-21T23:12:17.696" v="135" actId="26606"/>
          <ac:spMkLst>
            <pc:docMk/>
            <pc:sldMk cId="44925910" sldId="264"/>
            <ac:spMk id="2" creationId="{75391BF7-D141-0C12-A3EB-1CFCFE878639}"/>
          </ac:spMkLst>
        </pc:spChg>
        <pc:spChg chg="mod">
          <ac:chgData name="David Davis" userId="b6b274a4de69d771" providerId="LiveId" clId="{00C90E67-8028-4A92-A23E-A23CF4FC9B4B}" dt="2025-04-21T23:12:17.696" v="135" actId="26606"/>
          <ac:spMkLst>
            <pc:docMk/>
            <pc:sldMk cId="44925910" sldId="264"/>
            <ac:spMk id="4" creationId="{584FFBEF-AFC5-C16B-3468-749BEDAA47DC}"/>
          </ac:spMkLst>
        </pc:spChg>
        <pc:spChg chg="add del mod">
          <ac:chgData name="David Davis" userId="b6b274a4de69d771" providerId="LiveId" clId="{00C90E67-8028-4A92-A23E-A23CF4FC9B4B}" dt="2025-04-21T23:12:07.130" v="133" actId="478"/>
          <ac:spMkLst>
            <pc:docMk/>
            <pc:sldMk cId="44925910" sldId="264"/>
            <ac:spMk id="6" creationId="{EDD96309-7A89-45FD-66CC-A61B100F9524}"/>
          </ac:spMkLst>
        </pc:spChg>
        <pc:spChg chg="add del">
          <ac:chgData name="David Davis" userId="b6b274a4de69d771" providerId="LiveId" clId="{00C90E67-8028-4A92-A23E-A23CF4FC9B4B}" dt="2025-04-21T23:05:45.400" v="113" actId="26606"/>
          <ac:spMkLst>
            <pc:docMk/>
            <pc:sldMk cId="44925910" sldId="264"/>
            <ac:spMk id="10" creationId="{6ACA6F80-D392-A64E-3CF8-F28F1CCEE67B}"/>
          </ac:spMkLst>
        </pc:spChg>
        <pc:spChg chg="add">
          <ac:chgData name="David Davis" userId="b6b274a4de69d771" providerId="LiveId" clId="{00C90E67-8028-4A92-A23E-A23CF4FC9B4B}" dt="2025-04-21T23:12:17.696" v="135" actId="26606"/>
          <ac:spMkLst>
            <pc:docMk/>
            <pc:sldMk cId="44925910" sldId="264"/>
            <ac:spMk id="13" creationId="{0B936867-6407-43FB-9DE6-1B0879D0CB31}"/>
          </ac:spMkLst>
        </pc:spChg>
        <pc:spChg chg="add">
          <ac:chgData name="David Davis" userId="b6b274a4de69d771" providerId="LiveId" clId="{00C90E67-8028-4A92-A23E-A23CF4FC9B4B}" dt="2025-04-21T23:12:17.696" v="135" actId="26606"/>
          <ac:spMkLst>
            <pc:docMk/>
            <pc:sldMk cId="44925910" sldId="264"/>
            <ac:spMk id="14" creationId="{2F003F3F-F118-41D2-AA3F-74DB0D1970BB}"/>
          </ac:spMkLst>
        </pc:spChg>
        <pc:spChg chg="add del">
          <ac:chgData name="David Davis" userId="b6b274a4de69d771" providerId="LiveId" clId="{00C90E67-8028-4A92-A23E-A23CF4FC9B4B}" dt="2025-04-21T23:05:45.385" v="112" actId="26606"/>
          <ac:spMkLst>
            <pc:docMk/>
            <pc:sldMk cId="44925910" sldId="264"/>
            <ac:spMk id="15" creationId="{C0763A76-9F1C-4FC5-82B7-DD475DA461B2}"/>
          </ac:spMkLst>
        </pc:spChg>
        <pc:spChg chg="add">
          <ac:chgData name="David Davis" userId="b6b274a4de69d771" providerId="LiveId" clId="{00C90E67-8028-4A92-A23E-A23CF4FC9B4B}" dt="2025-04-21T23:12:17.696" v="135" actId="26606"/>
          <ac:spMkLst>
            <pc:docMk/>
            <pc:sldMk cId="44925910" sldId="264"/>
            <ac:spMk id="16" creationId="{B712E947-0734-45F9-9C4F-41114EC3A33E}"/>
          </ac:spMkLst>
        </pc:spChg>
        <pc:spChg chg="add del">
          <ac:chgData name="David Davis" userId="b6b274a4de69d771" providerId="LiveId" clId="{00C90E67-8028-4A92-A23E-A23CF4FC9B4B}" dt="2025-04-21T23:05:45.385" v="112" actId="26606"/>
          <ac:spMkLst>
            <pc:docMk/>
            <pc:sldMk cId="44925910" sldId="264"/>
            <ac:spMk id="17" creationId="{E81BF4F6-F2CF-4984-9D14-D6966D92F99F}"/>
          </ac:spMkLst>
        </pc:spChg>
        <pc:spChg chg="add">
          <ac:chgData name="David Davis" userId="b6b274a4de69d771" providerId="LiveId" clId="{00C90E67-8028-4A92-A23E-A23CF4FC9B4B}" dt="2025-04-21T23:12:17.696" v="135" actId="26606"/>
          <ac:spMkLst>
            <pc:docMk/>
            <pc:sldMk cId="44925910" sldId="264"/>
            <ac:spMk id="18" creationId="{4C6B5652-C661-4C58-B937-F0F490F7FCB2}"/>
          </ac:spMkLst>
        </pc:spChg>
        <pc:spChg chg="add del">
          <ac:chgData name="David Davis" userId="b6b274a4de69d771" providerId="LiveId" clId="{00C90E67-8028-4A92-A23E-A23CF4FC9B4B}" dt="2025-04-21T23:06:04.963" v="117" actId="26606"/>
          <ac:spMkLst>
            <pc:docMk/>
            <pc:sldMk cId="44925910" sldId="264"/>
            <ac:spMk id="19" creationId="{7E0162AD-C6E5-4BF8-A453-76ADB36877D3}"/>
          </ac:spMkLst>
        </pc:spChg>
        <pc:spChg chg="add del">
          <ac:chgData name="David Davis" userId="b6b274a4de69d771" providerId="LiveId" clId="{00C90E67-8028-4A92-A23E-A23CF4FC9B4B}" dt="2025-04-21T23:06:04.963" v="117" actId="26606"/>
          <ac:spMkLst>
            <pc:docMk/>
            <pc:sldMk cId="44925910" sldId="264"/>
            <ac:spMk id="20" creationId="{2596F992-698C-48C0-9D89-70DA4CE927EF}"/>
          </ac:spMkLst>
        </pc:spChg>
        <pc:spChg chg="add del">
          <ac:chgData name="David Davis" userId="b6b274a4de69d771" providerId="LiveId" clId="{00C90E67-8028-4A92-A23E-A23CF4FC9B4B}" dt="2025-04-21T23:06:04.963" v="117" actId="26606"/>
          <ac:spMkLst>
            <pc:docMk/>
            <pc:sldMk cId="44925910" sldId="264"/>
            <ac:spMk id="21" creationId="{E7BFF8DC-0AE7-4AD2-9B28-2E5F26D62C30}"/>
          </ac:spMkLst>
        </pc:spChg>
        <pc:spChg chg="add">
          <ac:chgData name="David Davis" userId="b6b274a4de69d771" providerId="LiveId" clId="{00C90E67-8028-4A92-A23E-A23CF4FC9B4B}" dt="2025-04-21T23:12:17.696" v="135" actId="26606"/>
          <ac:spMkLst>
            <pc:docMk/>
            <pc:sldMk cId="44925910" sldId="264"/>
            <ac:spMk id="22" creationId="{ACD0B258-678B-4A8C-894F-848AF24A1922}"/>
          </ac:spMkLst>
        </pc:spChg>
        <pc:spChg chg="add">
          <ac:chgData name="David Davis" userId="b6b274a4de69d771" providerId="LiveId" clId="{00C90E67-8028-4A92-A23E-A23CF4FC9B4B}" dt="2025-04-21T23:12:17.696" v="135" actId="26606"/>
          <ac:spMkLst>
            <pc:docMk/>
            <pc:sldMk cId="44925910" sldId="264"/>
            <ac:spMk id="24" creationId="{C8D58395-74AF-401A-AF2F-76B6FCF71DFE}"/>
          </ac:spMkLst>
        </pc:spChg>
        <pc:spChg chg="add del">
          <ac:chgData name="David Davis" userId="b6b274a4de69d771" providerId="LiveId" clId="{00C90E67-8028-4A92-A23E-A23CF4FC9B4B}" dt="2025-04-21T23:06:04.954" v="116" actId="26606"/>
          <ac:spMkLst>
            <pc:docMk/>
            <pc:sldMk cId="44925910" sldId="264"/>
            <ac:spMk id="26" creationId="{2E17E911-875F-4DE5-8699-99D9F1805A5D}"/>
          </ac:spMkLst>
        </pc:spChg>
        <pc:spChg chg="add del">
          <ac:chgData name="David Davis" userId="b6b274a4de69d771" providerId="LiveId" clId="{00C90E67-8028-4A92-A23E-A23CF4FC9B4B}" dt="2025-04-21T23:06:04.954" v="116" actId="26606"/>
          <ac:spMkLst>
            <pc:docMk/>
            <pc:sldMk cId="44925910" sldId="264"/>
            <ac:spMk id="28" creationId="{CD9FE4EF-C4D8-49A0-B2FF-81D8DB7D8A24}"/>
          </ac:spMkLst>
        </pc:spChg>
        <pc:spChg chg="add del">
          <ac:chgData name="David Davis" userId="b6b274a4de69d771" providerId="LiveId" clId="{00C90E67-8028-4A92-A23E-A23CF4FC9B4B}" dt="2025-04-21T23:06:04.954" v="116" actId="26606"/>
          <ac:spMkLst>
            <pc:docMk/>
            <pc:sldMk cId="44925910" sldId="264"/>
            <ac:spMk id="30" creationId="{4300840D-0A0B-4512-BACA-B439D5B9C57C}"/>
          </ac:spMkLst>
        </pc:spChg>
        <pc:spChg chg="add del">
          <ac:chgData name="David Davis" userId="b6b274a4de69d771" providerId="LiveId" clId="{00C90E67-8028-4A92-A23E-A23CF4FC9B4B}" dt="2025-04-21T23:06:04.954" v="116" actId="26606"/>
          <ac:spMkLst>
            <pc:docMk/>
            <pc:sldMk cId="44925910" sldId="264"/>
            <ac:spMk id="32" creationId="{D2B78728-A580-49A7-84F9-6EF6F583ADE0}"/>
          </ac:spMkLst>
        </pc:spChg>
        <pc:spChg chg="add del">
          <ac:chgData name="David Davis" userId="b6b274a4de69d771" providerId="LiveId" clId="{00C90E67-8028-4A92-A23E-A23CF4FC9B4B}" dt="2025-04-21T23:06:04.954" v="116" actId="26606"/>
          <ac:spMkLst>
            <pc:docMk/>
            <pc:sldMk cId="44925910" sldId="264"/>
            <ac:spMk id="34" creationId="{38FAA1A1-D861-433F-88FA-1E9D6FD31D11}"/>
          </ac:spMkLst>
        </pc:spChg>
        <pc:spChg chg="add del">
          <ac:chgData name="David Davis" userId="b6b274a4de69d771" providerId="LiveId" clId="{00C90E67-8028-4A92-A23E-A23CF4FC9B4B}" dt="2025-04-21T23:06:04.954" v="116" actId="26606"/>
          <ac:spMkLst>
            <pc:docMk/>
            <pc:sldMk cId="44925910" sldId="264"/>
            <ac:spMk id="36" creationId="{8D71EDA1-87BF-4D5D-AB79-F346FD19278A}"/>
          </ac:spMkLst>
        </pc:spChg>
        <pc:spChg chg="add del">
          <ac:chgData name="David Davis" userId="b6b274a4de69d771" providerId="LiveId" clId="{00C90E67-8028-4A92-A23E-A23CF4FC9B4B}" dt="2025-04-21T23:06:29.383" v="119" actId="26606"/>
          <ac:spMkLst>
            <pc:docMk/>
            <pc:sldMk cId="44925910" sldId="264"/>
            <ac:spMk id="38" creationId="{2596F992-698C-48C0-9D89-70DA4CE927EF}"/>
          </ac:spMkLst>
        </pc:spChg>
        <pc:spChg chg="add del">
          <ac:chgData name="David Davis" userId="b6b274a4de69d771" providerId="LiveId" clId="{00C90E67-8028-4A92-A23E-A23CF4FC9B4B}" dt="2025-04-21T23:06:29.383" v="119" actId="26606"/>
          <ac:spMkLst>
            <pc:docMk/>
            <pc:sldMk cId="44925910" sldId="264"/>
            <ac:spMk id="39" creationId="{E7BFF8DC-0AE7-4AD2-9B28-2E5F26D62C30}"/>
          </ac:spMkLst>
        </pc:spChg>
        <pc:spChg chg="add del">
          <ac:chgData name="David Davis" userId="b6b274a4de69d771" providerId="LiveId" clId="{00C90E67-8028-4A92-A23E-A23CF4FC9B4B}" dt="2025-04-21T23:06:29.383" v="119" actId="26606"/>
          <ac:spMkLst>
            <pc:docMk/>
            <pc:sldMk cId="44925910" sldId="264"/>
            <ac:spMk id="40" creationId="{7E0162AD-C6E5-4BF8-A453-76ADB36877D3}"/>
          </ac:spMkLst>
        </pc:spChg>
        <pc:picChg chg="del mod ord">
          <ac:chgData name="David Davis" userId="b6b274a4de69d771" providerId="LiveId" clId="{00C90E67-8028-4A92-A23E-A23CF4FC9B4B}" dt="2025-04-21T23:09:20.371" v="120" actId="478"/>
          <ac:picMkLst>
            <pc:docMk/>
            <pc:sldMk cId="44925910" sldId="264"/>
            <ac:picMk id="5" creationId="{F4C4F613-7A22-451C-990B-F0332BC18961}"/>
          </ac:picMkLst>
        </pc:picChg>
        <pc:picChg chg="add mod">
          <ac:chgData name="David Davis" userId="b6b274a4de69d771" providerId="LiveId" clId="{00C90E67-8028-4A92-A23E-A23CF4FC9B4B}" dt="2025-04-21T23:12:26.062" v="137" actId="14100"/>
          <ac:picMkLst>
            <pc:docMk/>
            <pc:sldMk cId="44925910" sldId="264"/>
            <ac:picMk id="8" creationId="{8323BEE7-F0DE-713F-C036-1EB1783DF453}"/>
          </ac:picMkLst>
        </pc:picChg>
        <pc:picChg chg="add mod">
          <ac:chgData name="David Davis" userId="b6b274a4de69d771" providerId="LiveId" clId="{00C90E67-8028-4A92-A23E-A23CF4FC9B4B}" dt="2025-04-21T23:12:35.247" v="139" actId="14100"/>
          <ac:picMkLst>
            <pc:docMk/>
            <pc:sldMk cId="44925910" sldId="264"/>
            <ac:picMk id="11" creationId="{F114D31B-21F0-A338-3711-E961B46DE71E}"/>
          </ac:picMkLst>
        </pc:picChg>
      </pc:sldChg>
      <pc:sldChg chg="addSp delSp modSp add mod ord setBg">
        <pc:chgData name="David Davis" userId="b6b274a4de69d771" providerId="LiveId" clId="{00C90E67-8028-4A92-A23E-A23CF4FC9B4B}" dt="2025-04-22T00:04:11.226" v="261" actId="26606"/>
        <pc:sldMkLst>
          <pc:docMk/>
          <pc:sldMk cId="2247647760" sldId="265"/>
        </pc:sldMkLst>
        <pc:spChg chg="mod">
          <ac:chgData name="David Davis" userId="b6b274a4de69d771" providerId="LiveId" clId="{00C90E67-8028-4A92-A23E-A23CF4FC9B4B}" dt="2025-04-22T00:04:11.226" v="261" actId="26606"/>
          <ac:spMkLst>
            <pc:docMk/>
            <pc:sldMk cId="2247647760" sldId="265"/>
            <ac:spMk id="2" creationId="{EC6E7FDA-3BE9-10B6-AB15-70FFF8F48E8C}"/>
          </ac:spMkLst>
        </pc:spChg>
        <pc:spChg chg="mod ord">
          <ac:chgData name="David Davis" userId="b6b274a4de69d771" providerId="LiveId" clId="{00C90E67-8028-4A92-A23E-A23CF4FC9B4B}" dt="2025-04-22T00:04:11.226" v="261" actId="26606"/>
          <ac:spMkLst>
            <pc:docMk/>
            <pc:sldMk cId="2247647760" sldId="265"/>
            <ac:spMk id="4" creationId="{5811864A-C40E-E106-5CA3-8043E6DDE851}"/>
          </ac:spMkLst>
        </pc:spChg>
        <pc:spChg chg="add del mod">
          <ac:chgData name="David Davis" userId="b6b274a4de69d771" providerId="LiveId" clId="{00C90E67-8028-4A92-A23E-A23CF4FC9B4B}" dt="2025-04-21T23:04:16.812" v="98" actId="478"/>
          <ac:spMkLst>
            <pc:docMk/>
            <pc:sldMk cId="2247647760" sldId="265"/>
            <ac:spMk id="6" creationId="{4C740CDA-6006-1650-52C9-00B79D0972ED}"/>
          </ac:spMkLst>
        </pc:spChg>
        <pc:spChg chg="add del">
          <ac:chgData name="David Davis" userId="b6b274a4de69d771" providerId="LiveId" clId="{00C90E67-8028-4A92-A23E-A23CF4FC9B4B}" dt="2025-04-21T23:04:22.533" v="99" actId="26606"/>
          <ac:spMkLst>
            <pc:docMk/>
            <pc:sldMk cId="2247647760" sldId="265"/>
            <ac:spMk id="10" creationId="{C20CE451-818C-E63D-258B-234B6C543D34}"/>
          </ac:spMkLst>
        </pc:spChg>
        <pc:spChg chg="add del">
          <ac:chgData name="David Davis" userId="b6b274a4de69d771" providerId="LiveId" clId="{00C90E67-8028-4A92-A23E-A23CF4FC9B4B}" dt="2025-04-22T00:04:11.226" v="261" actId="26606"/>
          <ac:spMkLst>
            <pc:docMk/>
            <pc:sldMk cId="2247647760" sldId="265"/>
            <ac:spMk id="16" creationId="{C0763A76-9F1C-4FC5-82B7-DD475DA461B2}"/>
          </ac:spMkLst>
        </pc:spChg>
        <pc:spChg chg="add del">
          <ac:chgData name="David Davis" userId="b6b274a4de69d771" providerId="LiveId" clId="{00C90E67-8028-4A92-A23E-A23CF4FC9B4B}" dt="2025-04-22T00:04:11.226" v="261" actId="26606"/>
          <ac:spMkLst>
            <pc:docMk/>
            <pc:sldMk cId="2247647760" sldId="265"/>
            <ac:spMk id="18" creationId="{E81BF4F6-F2CF-4984-9D14-D6966D92F99F}"/>
          </ac:spMkLst>
        </pc:spChg>
        <pc:spChg chg="add del">
          <ac:chgData name="David Davis" userId="b6b274a4de69d771" providerId="LiveId" clId="{00C90E67-8028-4A92-A23E-A23CF4FC9B4B}" dt="2025-04-22T00:03:42.598" v="256" actId="26606"/>
          <ac:spMkLst>
            <pc:docMk/>
            <pc:sldMk cId="2247647760" sldId="265"/>
            <ac:spMk id="23" creationId="{04812C46-200A-4DEB-A05E-3ED6C68C2387}"/>
          </ac:spMkLst>
        </pc:spChg>
        <pc:spChg chg="add del">
          <ac:chgData name="David Davis" userId="b6b274a4de69d771" providerId="LiveId" clId="{00C90E67-8028-4A92-A23E-A23CF4FC9B4B}" dt="2025-04-22T00:03:42.598" v="256" actId="26606"/>
          <ac:spMkLst>
            <pc:docMk/>
            <pc:sldMk cId="2247647760" sldId="265"/>
            <ac:spMk id="25" creationId="{D1EA859B-E555-4109-94F3-6700E046E008}"/>
          </ac:spMkLst>
        </pc:spChg>
        <pc:spChg chg="add del">
          <ac:chgData name="David Davis" userId="b6b274a4de69d771" providerId="LiveId" clId="{00C90E67-8028-4A92-A23E-A23CF4FC9B4B}" dt="2025-04-22T00:03:56.657" v="258" actId="26606"/>
          <ac:spMkLst>
            <pc:docMk/>
            <pc:sldMk cId="2247647760" sldId="265"/>
            <ac:spMk id="27" creationId="{3F0BE7ED-7814-4273-B18A-F26CC0380380}"/>
          </ac:spMkLst>
        </pc:spChg>
        <pc:spChg chg="add del">
          <ac:chgData name="David Davis" userId="b6b274a4de69d771" providerId="LiveId" clId="{00C90E67-8028-4A92-A23E-A23CF4FC9B4B}" dt="2025-04-22T00:03:56.657" v="258" actId="26606"/>
          <ac:spMkLst>
            <pc:docMk/>
            <pc:sldMk cId="2247647760" sldId="265"/>
            <ac:spMk id="28" creationId="{3AFE8227-C443-417B-BA91-520EB1EF4559}"/>
          </ac:spMkLst>
        </pc:spChg>
        <pc:spChg chg="add del">
          <ac:chgData name="David Davis" userId="b6b274a4de69d771" providerId="LiveId" clId="{00C90E67-8028-4A92-A23E-A23CF4FC9B4B}" dt="2025-04-22T00:03:56.657" v="258" actId="26606"/>
          <ac:spMkLst>
            <pc:docMk/>
            <pc:sldMk cId="2247647760" sldId="265"/>
            <ac:spMk id="29" creationId="{907741FC-B544-4A6E-B831-6789D042333D}"/>
          </ac:spMkLst>
        </pc:spChg>
        <pc:spChg chg="add del">
          <ac:chgData name="David Davis" userId="b6b274a4de69d771" providerId="LiveId" clId="{00C90E67-8028-4A92-A23E-A23CF4FC9B4B}" dt="2025-04-22T00:04:11.218" v="260" actId="26606"/>
          <ac:spMkLst>
            <pc:docMk/>
            <pc:sldMk cId="2247647760" sldId="265"/>
            <ac:spMk id="31" creationId="{79BB35BC-D5C2-4C8B-A22A-A71E6191913B}"/>
          </ac:spMkLst>
        </pc:spChg>
        <pc:spChg chg="add">
          <ac:chgData name="David Davis" userId="b6b274a4de69d771" providerId="LiveId" clId="{00C90E67-8028-4A92-A23E-A23CF4FC9B4B}" dt="2025-04-22T00:04:11.226" v="261" actId="26606"/>
          <ac:spMkLst>
            <pc:docMk/>
            <pc:sldMk cId="2247647760" sldId="265"/>
            <ac:spMk id="33" creationId="{04812C46-200A-4DEB-A05E-3ED6C68C2387}"/>
          </ac:spMkLst>
        </pc:spChg>
        <pc:spChg chg="add">
          <ac:chgData name="David Davis" userId="b6b274a4de69d771" providerId="LiveId" clId="{00C90E67-8028-4A92-A23E-A23CF4FC9B4B}" dt="2025-04-22T00:04:11.226" v="261" actId="26606"/>
          <ac:spMkLst>
            <pc:docMk/>
            <pc:sldMk cId="2247647760" sldId="265"/>
            <ac:spMk id="34" creationId="{D1EA859B-E555-4109-94F3-6700E046E008}"/>
          </ac:spMkLst>
        </pc:spChg>
        <pc:picChg chg="del mod ord">
          <ac:chgData name="David Davis" userId="b6b274a4de69d771" providerId="LiveId" clId="{00C90E67-8028-4A92-A23E-A23CF4FC9B4B}" dt="2025-04-21T22:36:22.408" v="69" actId="478"/>
          <ac:picMkLst>
            <pc:docMk/>
            <pc:sldMk cId="2247647760" sldId="265"/>
            <ac:picMk id="5" creationId="{0BD5DE11-05E8-47C0-95AE-5A20C7859EDF}"/>
          </ac:picMkLst>
        </pc:picChg>
        <pc:picChg chg="add mod ord">
          <ac:chgData name="David Davis" userId="b6b274a4de69d771" providerId="LiveId" clId="{00C90E67-8028-4A92-A23E-A23CF4FC9B4B}" dt="2025-04-22T00:04:11.226" v="261" actId="26606"/>
          <ac:picMkLst>
            <pc:docMk/>
            <pc:sldMk cId="2247647760" sldId="265"/>
            <ac:picMk id="12" creationId="{13740E3B-3411-B782-C675-450BB9AF0504}"/>
          </ac:picMkLst>
        </pc:picChg>
      </pc:sldChg>
      <pc:sldChg chg="addSp delSp modSp add mod setBg">
        <pc:chgData name="David Davis" userId="b6b274a4de69d771" providerId="LiveId" clId="{00C90E67-8028-4A92-A23E-A23CF4FC9B4B}" dt="2025-04-21T23:55:29.015" v="193" actId="14100"/>
        <pc:sldMkLst>
          <pc:docMk/>
          <pc:sldMk cId="2393112595" sldId="266"/>
        </pc:sldMkLst>
        <pc:spChg chg="mod">
          <ac:chgData name="David Davis" userId="b6b274a4de69d771" providerId="LiveId" clId="{00C90E67-8028-4A92-A23E-A23CF4FC9B4B}" dt="2025-04-21T23:54:25.588" v="185" actId="26606"/>
          <ac:spMkLst>
            <pc:docMk/>
            <pc:sldMk cId="2393112595" sldId="266"/>
            <ac:spMk id="2" creationId="{D01110D3-C344-5DC5-D8CF-51D26D643FF3}"/>
          </ac:spMkLst>
        </pc:spChg>
        <pc:spChg chg="mod">
          <ac:chgData name="David Davis" userId="b6b274a4de69d771" providerId="LiveId" clId="{00C90E67-8028-4A92-A23E-A23CF4FC9B4B}" dt="2025-04-21T23:54:25.588" v="185" actId="26606"/>
          <ac:spMkLst>
            <pc:docMk/>
            <pc:sldMk cId="2393112595" sldId="266"/>
            <ac:spMk id="4" creationId="{823EA5D3-40A3-43AE-B316-5F49B006FDA7}"/>
          </ac:spMkLst>
        </pc:spChg>
        <pc:spChg chg="add del mod">
          <ac:chgData name="David Davis" userId="b6b274a4de69d771" providerId="LiveId" clId="{00C90E67-8028-4A92-A23E-A23CF4FC9B4B}" dt="2025-04-21T23:04:35.574" v="100" actId="478"/>
          <ac:spMkLst>
            <pc:docMk/>
            <pc:sldMk cId="2393112595" sldId="266"/>
            <ac:spMk id="6" creationId="{3A57026A-2BBE-0219-AF27-7E36E409D4FA}"/>
          </ac:spMkLst>
        </pc:spChg>
        <pc:spChg chg="add del">
          <ac:chgData name="David Davis" userId="b6b274a4de69d771" providerId="LiveId" clId="{00C90E67-8028-4A92-A23E-A23CF4FC9B4B}" dt="2025-04-21T23:05:12.318" v="107" actId="26606"/>
          <ac:spMkLst>
            <pc:docMk/>
            <pc:sldMk cId="2393112595" sldId="266"/>
            <ac:spMk id="10" creationId="{9D905D5B-81A8-A5BA-F070-2788B26E0FA0}"/>
          </ac:spMkLst>
        </pc:spChg>
        <pc:spChg chg="add del">
          <ac:chgData name="David Davis" userId="b6b274a4de69d771" providerId="LiveId" clId="{00C90E67-8028-4A92-A23E-A23CF4FC9B4B}" dt="2025-04-21T23:05:09.677" v="104" actId="26606"/>
          <ac:spMkLst>
            <pc:docMk/>
            <pc:sldMk cId="2393112595" sldId="266"/>
            <ac:spMk id="15" creationId="{058A14AF-9FB5-4CC7-BA35-E8E85D3EDF0E}"/>
          </ac:spMkLst>
        </pc:spChg>
        <pc:spChg chg="add del">
          <ac:chgData name="David Davis" userId="b6b274a4de69d771" providerId="LiveId" clId="{00C90E67-8028-4A92-A23E-A23CF4FC9B4B}" dt="2025-04-21T23:05:09.677" v="104" actId="26606"/>
          <ac:spMkLst>
            <pc:docMk/>
            <pc:sldMk cId="2393112595" sldId="266"/>
            <ac:spMk id="17" creationId="{3A9A4357-BD1D-4622-A4FE-766E6AB8DE84}"/>
          </ac:spMkLst>
        </pc:spChg>
        <pc:spChg chg="add del">
          <ac:chgData name="David Davis" userId="b6b274a4de69d771" providerId="LiveId" clId="{00C90E67-8028-4A92-A23E-A23CF4FC9B4B}" dt="2025-04-21T23:05:09.677" v="104" actId="26606"/>
          <ac:spMkLst>
            <pc:docMk/>
            <pc:sldMk cId="2393112595" sldId="266"/>
            <ac:spMk id="19" creationId="{E659831F-0D9A-4C63-9EBB-8435B85A440F}"/>
          </ac:spMkLst>
        </pc:spChg>
        <pc:spChg chg="add del">
          <ac:chgData name="David Davis" userId="b6b274a4de69d771" providerId="LiveId" clId="{00C90E67-8028-4A92-A23E-A23CF4FC9B4B}" dt="2025-04-21T23:05:09.677" v="104" actId="26606"/>
          <ac:spMkLst>
            <pc:docMk/>
            <pc:sldMk cId="2393112595" sldId="266"/>
            <ac:spMk id="21" creationId="{E6995CE5-F890-4ABA-82A2-26507CE8D2A3}"/>
          </ac:spMkLst>
        </pc:spChg>
        <pc:spChg chg="add del">
          <ac:chgData name="David Davis" userId="b6b274a4de69d771" providerId="LiveId" clId="{00C90E67-8028-4A92-A23E-A23CF4FC9B4B}" dt="2025-04-21T23:05:12.283" v="106" actId="26606"/>
          <ac:spMkLst>
            <pc:docMk/>
            <pc:sldMk cId="2393112595" sldId="266"/>
            <ac:spMk id="23" creationId="{4AC6B390-BC59-4F1D-A0EE-D71A92F0A0B2}"/>
          </ac:spMkLst>
        </pc:spChg>
        <pc:spChg chg="add del">
          <ac:chgData name="David Davis" userId="b6b274a4de69d771" providerId="LiveId" clId="{00C90E67-8028-4A92-A23E-A23CF4FC9B4B}" dt="2025-04-21T23:05:12.283" v="106" actId="26606"/>
          <ac:spMkLst>
            <pc:docMk/>
            <pc:sldMk cId="2393112595" sldId="266"/>
            <ac:spMk id="24" creationId="{B6C60D79-16F1-4C4B-B7E3-7634E7069CDE}"/>
          </ac:spMkLst>
        </pc:spChg>
        <pc:spChg chg="add del">
          <ac:chgData name="David Davis" userId="b6b274a4de69d771" providerId="LiveId" clId="{00C90E67-8028-4A92-A23E-A23CF4FC9B4B}" dt="2025-04-21T23:05:12.283" v="106" actId="26606"/>
          <ac:spMkLst>
            <pc:docMk/>
            <pc:sldMk cId="2393112595" sldId="266"/>
            <ac:spMk id="25" creationId="{426B127E-6498-4C77-9C9D-4553A5113B80}"/>
          </ac:spMkLst>
        </pc:spChg>
        <pc:spChg chg="add del">
          <ac:chgData name="David Davis" userId="b6b274a4de69d771" providerId="LiveId" clId="{00C90E67-8028-4A92-A23E-A23CF4FC9B4B}" dt="2025-04-21T23:54:09.376" v="181" actId="26606"/>
          <ac:spMkLst>
            <pc:docMk/>
            <pc:sldMk cId="2393112595" sldId="266"/>
            <ac:spMk id="27" creationId="{4AC6B390-BC59-4F1D-A0EE-D71A92F0A0B2}"/>
          </ac:spMkLst>
        </pc:spChg>
        <pc:spChg chg="add del">
          <ac:chgData name="David Davis" userId="b6b274a4de69d771" providerId="LiveId" clId="{00C90E67-8028-4A92-A23E-A23CF4FC9B4B}" dt="2025-04-21T23:54:09.376" v="181" actId="26606"/>
          <ac:spMkLst>
            <pc:docMk/>
            <pc:sldMk cId="2393112595" sldId="266"/>
            <ac:spMk id="28" creationId="{B6C60D79-16F1-4C4B-B7E3-7634E7069CDE}"/>
          </ac:spMkLst>
        </pc:spChg>
        <pc:spChg chg="add del">
          <ac:chgData name="David Davis" userId="b6b274a4de69d771" providerId="LiveId" clId="{00C90E67-8028-4A92-A23E-A23CF4FC9B4B}" dt="2025-04-21T23:54:09.376" v="181" actId="26606"/>
          <ac:spMkLst>
            <pc:docMk/>
            <pc:sldMk cId="2393112595" sldId="266"/>
            <ac:spMk id="29" creationId="{426B127E-6498-4C77-9C9D-4553A5113B80}"/>
          </ac:spMkLst>
        </pc:spChg>
        <pc:spChg chg="add del">
          <ac:chgData name="David Davis" userId="b6b274a4de69d771" providerId="LiveId" clId="{00C90E67-8028-4A92-A23E-A23CF4FC9B4B}" dt="2025-04-21T23:54:25.588" v="185" actId="26606"/>
          <ac:spMkLst>
            <pc:docMk/>
            <pc:sldMk cId="2393112595" sldId="266"/>
            <ac:spMk id="31" creationId="{C4285719-470E-454C-AF62-8323075F1F5B}"/>
          </ac:spMkLst>
        </pc:spChg>
        <pc:spChg chg="add del">
          <ac:chgData name="David Davis" userId="b6b274a4de69d771" providerId="LiveId" clId="{00C90E67-8028-4A92-A23E-A23CF4FC9B4B}" dt="2025-04-21T23:54:25.588" v="185" actId="26606"/>
          <ac:spMkLst>
            <pc:docMk/>
            <pc:sldMk cId="2393112595" sldId="266"/>
            <ac:spMk id="32" creationId="{CD9FE4EF-C4D8-49A0-B2FF-81D8DB7D8A24}"/>
          </ac:spMkLst>
        </pc:spChg>
        <pc:spChg chg="add del">
          <ac:chgData name="David Davis" userId="b6b274a4de69d771" providerId="LiveId" clId="{00C90E67-8028-4A92-A23E-A23CF4FC9B4B}" dt="2025-04-21T23:54:25.588" v="185" actId="26606"/>
          <ac:spMkLst>
            <pc:docMk/>
            <pc:sldMk cId="2393112595" sldId="266"/>
            <ac:spMk id="33" creationId="{4300840D-0A0B-4512-BACA-B439D5B9C57C}"/>
          </ac:spMkLst>
        </pc:spChg>
        <pc:spChg chg="add del">
          <ac:chgData name="David Davis" userId="b6b274a4de69d771" providerId="LiveId" clId="{00C90E67-8028-4A92-A23E-A23CF4FC9B4B}" dt="2025-04-21T23:54:25.588" v="185" actId="26606"/>
          <ac:spMkLst>
            <pc:docMk/>
            <pc:sldMk cId="2393112595" sldId="266"/>
            <ac:spMk id="35" creationId="{D2B78728-A580-49A7-84F9-6EF6F583ADE0}"/>
          </ac:spMkLst>
        </pc:spChg>
        <pc:spChg chg="add del">
          <ac:chgData name="David Davis" userId="b6b274a4de69d771" providerId="LiveId" clId="{00C90E67-8028-4A92-A23E-A23CF4FC9B4B}" dt="2025-04-21T23:53:38.832" v="171" actId="26606"/>
          <ac:spMkLst>
            <pc:docMk/>
            <pc:sldMk cId="2393112595" sldId="266"/>
            <ac:spMk id="36" creationId="{CD9FE4EF-C4D8-49A0-B2FF-81D8DB7D8A24}"/>
          </ac:spMkLst>
        </pc:spChg>
        <pc:spChg chg="add del">
          <ac:chgData name="David Davis" userId="b6b274a4de69d771" providerId="LiveId" clId="{00C90E67-8028-4A92-A23E-A23CF4FC9B4B}" dt="2025-04-21T23:54:25.588" v="185" actId="26606"/>
          <ac:spMkLst>
            <pc:docMk/>
            <pc:sldMk cId="2393112595" sldId="266"/>
            <ac:spMk id="37" creationId="{38FAA1A1-D861-433F-88FA-1E9D6FD31D11}"/>
          </ac:spMkLst>
        </pc:spChg>
        <pc:spChg chg="add del">
          <ac:chgData name="David Davis" userId="b6b274a4de69d771" providerId="LiveId" clId="{00C90E67-8028-4A92-A23E-A23CF4FC9B4B}" dt="2025-04-21T23:53:38.832" v="171" actId="26606"/>
          <ac:spMkLst>
            <pc:docMk/>
            <pc:sldMk cId="2393112595" sldId="266"/>
            <ac:spMk id="38" creationId="{4300840D-0A0B-4512-BACA-B439D5B9C57C}"/>
          </ac:spMkLst>
        </pc:spChg>
        <pc:spChg chg="del">
          <ac:chgData name="David Davis" userId="b6b274a4de69d771" providerId="LiveId" clId="{00C90E67-8028-4A92-A23E-A23CF4FC9B4B}" dt="2025-04-21T23:54:25.588" v="185" actId="26606"/>
          <ac:spMkLst>
            <pc:docMk/>
            <pc:sldMk cId="2393112595" sldId="266"/>
            <ac:spMk id="39" creationId="{8D71EDA1-87BF-4D5D-AB79-F346FD19278A}"/>
          </ac:spMkLst>
        </pc:spChg>
        <pc:spChg chg="add del">
          <ac:chgData name="David Davis" userId="b6b274a4de69d771" providerId="LiveId" clId="{00C90E67-8028-4A92-A23E-A23CF4FC9B4B}" dt="2025-04-21T23:53:38.832" v="171" actId="26606"/>
          <ac:spMkLst>
            <pc:docMk/>
            <pc:sldMk cId="2393112595" sldId="266"/>
            <ac:spMk id="40" creationId="{D2B78728-A580-49A7-84F9-6EF6F583ADE0}"/>
          </ac:spMkLst>
        </pc:spChg>
        <pc:spChg chg="add">
          <ac:chgData name="David Davis" userId="b6b274a4de69d771" providerId="LiveId" clId="{00C90E67-8028-4A92-A23E-A23CF4FC9B4B}" dt="2025-04-21T23:54:25.588" v="185" actId="26606"/>
          <ac:spMkLst>
            <pc:docMk/>
            <pc:sldMk cId="2393112595" sldId="266"/>
            <ac:spMk id="41" creationId="{04812C46-200A-4DEB-A05E-3ED6C68C2387}"/>
          </ac:spMkLst>
        </pc:spChg>
        <pc:spChg chg="add del">
          <ac:chgData name="David Davis" userId="b6b274a4de69d771" providerId="LiveId" clId="{00C90E67-8028-4A92-A23E-A23CF4FC9B4B}" dt="2025-04-21T23:53:38.832" v="171" actId="26606"/>
          <ac:spMkLst>
            <pc:docMk/>
            <pc:sldMk cId="2393112595" sldId="266"/>
            <ac:spMk id="42" creationId="{38FAA1A1-D861-433F-88FA-1E9D6FD31D11}"/>
          </ac:spMkLst>
        </pc:spChg>
        <pc:spChg chg="add">
          <ac:chgData name="David Davis" userId="b6b274a4de69d771" providerId="LiveId" clId="{00C90E67-8028-4A92-A23E-A23CF4FC9B4B}" dt="2025-04-21T23:54:25.588" v="185" actId="26606"/>
          <ac:spMkLst>
            <pc:docMk/>
            <pc:sldMk cId="2393112595" sldId="266"/>
            <ac:spMk id="43" creationId="{D1EA859B-E555-4109-94F3-6700E046E008}"/>
          </ac:spMkLst>
        </pc:spChg>
        <pc:spChg chg="add del">
          <ac:chgData name="David Davis" userId="b6b274a4de69d771" providerId="LiveId" clId="{00C90E67-8028-4A92-A23E-A23CF4FC9B4B}" dt="2025-04-21T23:53:38.832" v="171" actId="26606"/>
          <ac:spMkLst>
            <pc:docMk/>
            <pc:sldMk cId="2393112595" sldId="266"/>
            <ac:spMk id="44" creationId="{8D71EDA1-87BF-4D5D-AB79-F346FD19278A}"/>
          </ac:spMkLst>
        </pc:spChg>
        <pc:spChg chg="add del">
          <ac:chgData name="David Davis" userId="b6b274a4de69d771" providerId="LiveId" clId="{00C90E67-8028-4A92-A23E-A23CF4FC9B4B}" dt="2025-04-21T23:53:46.734" v="177" actId="26606"/>
          <ac:spMkLst>
            <pc:docMk/>
            <pc:sldMk cId="2393112595" sldId="266"/>
            <ac:spMk id="46" creationId="{39F23E05-E5C5-497C-A842-7BD21B207609}"/>
          </ac:spMkLst>
        </pc:spChg>
        <pc:graphicFrameChg chg="add del mod modGraphic">
          <ac:chgData name="David Davis" userId="b6b274a4de69d771" providerId="LiveId" clId="{00C90E67-8028-4A92-A23E-A23CF4FC9B4B}" dt="2025-04-21T23:52:44.411" v="160" actId="478"/>
          <ac:graphicFrameMkLst>
            <pc:docMk/>
            <pc:sldMk cId="2393112595" sldId="266"/>
            <ac:graphicFrameMk id="7" creationId="{1BCDF674-9E3D-77FA-7545-D14E8C2C713E}"/>
          </ac:graphicFrameMkLst>
        </pc:graphicFrameChg>
        <pc:picChg chg="del mod">
          <ac:chgData name="David Davis" userId="b6b274a4de69d771" providerId="LiveId" clId="{00C90E67-8028-4A92-A23E-A23CF4FC9B4B}" dt="2025-04-21T22:36:29.114" v="70" actId="478"/>
          <ac:picMkLst>
            <pc:docMk/>
            <pc:sldMk cId="2393112595" sldId="266"/>
            <ac:picMk id="5" creationId="{D0EF3F61-3B59-4C4B-8509-6CF7529EF7FA}"/>
          </ac:picMkLst>
        </pc:picChg>
        <pc:picChg chg="add mod ord">
          <ac:chgData name="David Davis" userId="b6b274a4de69d771" providerId="LiveId" clId="{00C90E67-8028-4A92-A23E-A23CF4FC9B4B}" dt="2025-04-21T23:55:29.015" v="193" actId="14100"/>
          <ac:picMkLst>
            <pc:docMk/>
            <pc:sldMk cId="2393112595" sldId="266"/>
            <ac:picMk id="8" creationId="{AB5B5CCB-2CAC-4461-9B9C-22CE7CB0580E}"/>
          </ac:picMkLst>
        </pc:picChg>
      </pc:sldChg>
      <pc:sldChg chg="addSp modSp add del mod setBg addAnim">
        <pc:chgData name="David Davis" userId="b6b274a4de69d771" providerId="LiveId" clId="{00C90E67-8028-4A92-A23E-A23CF4FC9B4B}" dt="2025-04-21T22:36:48.016" v="71" actId="47"/>
        <pc:sldMkLst>
          <pc:docMk/>
          <pc:sldMk cId="1347995829" sldId="267"/>
        </pc:sldMkLst>
        <pc:spChg chg="mod">
          <ac:chgData name="David Davis" userId="b6b274a4de69d771" providerId="LiveId" clId="{00C90E67-8028-4A92-A23E-A23CF4FC9B4B}" dt="2025-04-21T22:31:05.119" v="2" actId="34807"/>
          <ac:spMkLst>
            <pc:docMk/>
            <pc:sldMk cId="1347995829" sldId="267"/>
            <ac:spMk id="2" creationId="{85E1E21B-7892-0788-0941-7B1CA2204CD1}"/>
          </ac:spMkLst>
        </pc:spChg>
        <pc:spChg chg="mod">
          <ac:chgData name="David Davis" userId="b6b274a4de69d771" providerId="LiveId" clId="{00C90E67-8028-4A92-A23E-A23CF4FC9B4B}" dt="2025-04-21T22:31:05.119" v="2" actId="34807"/>
          <ac:spMkLst>
            <pc:docMk/>
            <pc:sldMk cId="1347995829" sldId="267"/>
            <ac:spMk id="3" creationId="{38E02558-0B33-5139-A5A3-D5A6C81CADF8}"/>
          </ac:spMkLst>
        </pc:spChg>
        <pc:spChg chg="add">
          <ac:chgData name="David Davis" userId="b6b274a4de69d771" providerId="LiveId" clId="{00C90E67-8028-4A92-A23E-A23CF4FC9B4B}" dt="2025-04-21T22:31:05.119" v="2" actId="34807"/>
          <ac:spMkLst>
            <pc:docMk/>
            <pc:sldMk cId="1347995829" sldId="267"/>
            <ac:spMk id="8" creationId="{F456DBD1-1048-5A22-C973-3E5FA83F57BA}"/>
          </ac:spMkLst>
        </pc:spChg>
      </pc:sldChg>
      <pc:sldChg chg="addSp delSp modSp add mod setBg">
        <pc:chgData name="David Davis" userId="b6b274a4de69d771" providerId="LiveId" clId="{00C90E67-8028-4A92-A23E-A23CF4FC9B4B}" dt="2025-04-21T23:58:02.083" v="226"/>
        <pc:sldMkLst>
          <pc:docMk/>
          <pc:sldMk cId="4102750291" sldId="268"/>
        </pc:sldMkLst>
        <pc:spChg chg="mod">
          <ac:chgData name="David Davis" userId="b6b274a4de69d771" providerId="LiveId" clId="{00C90E67-8028-4A92-A23E-A23CF4FC9B4B}" dt="2025-04-21T23:13:12.903" v="140" actId="26606"/>
          <ac:spMkLst>
            <pc:docMk/>
            <pc:sldMk cId="4102750291" sldId="268"/>
            <ac:spMk id="2" creationId="{00045D11-FB24-6060-FE36-093E5D09D7E8}"/>
          </ac:spMkLst>
        </pc:spChg>
        <pc:spChg chg="mod">
          <ac:chgData name="David Davis" userId="b6b274a4de69d771" providerId="LiveId" clId="{00C90E67-8028-4A92-A23E-A23CF4FC9B4B}" dt="2025-04-21T23:58:02.083" v="226"/>
          <ac:spMkLst>
            <pc:docMk/>
            <pc:sldMk cId="4102750291" sldId="268"/>
            <ac:spMk id="4" creationId="{43F4D923-D773-288B-7AB2-329DC1A02884}"/>
          </ac:spMkLst>
        </pc:spChg>
        <pc:spChg chg="add del mod">
          <ac:chgData name="David Davis" userId="b6b274a4de69d771" providerId="LiveId" clId="{00C90E67-8028-4A92-A23E-A23CF4FC9B4B}" dt="2025-04-21T23:55:48.281" v="196" actId="478"/>
          <ac:spMkLst>
            <pc:docMk/>
            <pc:sldMk cId="4102750291" sldId="268"/>
            <ac:spMk id="6" creationId="{DB3CE0E8-EEF3-4A91-C230-2B83D327132A}"/>
          </ac:spMkLst>
        </pc:spChg>
        <pc:spChg chg="add del">
          <ac:chgData name="David Davis" userId="b6b274a4de69d771" providerId="LiveId" clId="{00C90E67-8028-4A92-A23E-A23CF4FC9B4B}" dt="2025-04-21T23:13:12.903" v="140" actId="26606"/>
          <ac:spMkLst>
            <pc:docMk/>
            <pc:sldMk cId="4102750291" sldId="268"/>
            <ac:spMk id="10" creationId="{6ACA6F80-D392-A64E-3CF8-F28F1CCEE67B}"/>
          </ac:spMkLst>
        </pc:spChg>
        <pc:spChg chg="add">
          <ac:chgData name="David Davis" userId="b6b274a4de69d771" providerId="LiveId" clId="{00C90E67-8028-4A92-A23E-A23CF4FC9B4B}" dt="2025-04-21T23:13:12.903" v="140" actId="26606"/>
          <ac:spMkLst>
            <pc:docMk/>
            <pc:sldMk cId="4102750291" sldId="268"/>
            <ac:spMk id="15" creationId="{3AFE8227-C443-417B-BA91-520EB1EF4559}"/>
          </ac:spMkLst>
        </pc:spChg>
        <pc:spChg chg="add">
          <ac:chgData name="David Davis" userId="b6b274a4de69d771" providerId="LiveId" clId="{00C90E67-8028-4A92-A23E-A23CF4FC9B4B}" dt="2025-04-21T23:13:12.903" v="140" actId="26606"/>
          <ac:spMkLst>
            <pc:docMk/>
            <pc:sldMk cId="4102750291" sldId="268"/>
            <ac:spMk id="17" creationId="{907741FC-B544-4A6E-B831-6789D042333D}"/>
          </ac:spMkLst>
        </pc:spChg>
        <pc:spChg chg="add">
          <ac:chgData name="David Davis" userId="b6b274a4de69d771" providerId="LiveId" clId="{00C90E67-8028-4A92-A23E-A23CF4FC9B4B}" dt="2025-04-21T23:13:12.903" v="140" actId="26606"/>
          <ac:spMkLst>
            <pc:docMk/>
            <pc:sldMk cId="4102750291" sldId="268"/>
            <ac:spMk id="19" creationId="{3F0BE7ED-7814-4273-B18A-F26CC0380380}"/>
          </ac:spMkLst>
        </pc:spChg>
        <pc:picChg chg="del mod">
          <ac:chgData name="David Davis" userId="b6b274a4de69d771" providerId="LiveId" clId="{00C90E67-8028-4A92-A23E-A23CF4FC9B4B}" dt="2025-04-21T23:53:18.175" v="166" actId="21"/>
          <ac:picMkLst>
            <pc:docMk/>
            <pc:sldMk cId="4102750291" sldId="268"/>
            <ac:picMk id="5" creationId="{AB5B5CCB-2CAC-4461-9B9C-22CE7CB0580E}"/>
          </ac:picMkLst>
        </pc:picChg>
        <pc:picChg chg="add mod">
          <ac:chgData name="David Davis" userId="b6b274a4de69d771" providerId="LiveId" clId="{00C90E67-8028-4A92-A23E-A23CF4FC9B4B}" dt="2025-04-21T23:56:00.538" v="200" actId="1076"/>
          <ac:picMkLst>
            <pc:docMk/>
            <pc:sldMk cId="4102750291" sldId="268"/>
            <ac:picMk id="7" creationId="{17A52005-7EE6-1AA6-732D-E8056424373D}"/>
          </ac:picMkLst>
        </pc:picChg>
      </pc:sldChg>
      <pc:sldChg chg="addSp delSp modSp add mod setBg">
        <pc:chgData name="David Davis" userId="b6b274a4de69d771" providerId="LiveId" clId="{00C90E67-8028-4A92-A23E-A23CF4FC9B4B}" dt="2025-04-21T23:14:27.239" v="149" actId="26606"/>
        <pc:sldMkLst>
          <pc:docMk/>
          <pc:sldMk cId="1790074780" sldId="269"/>
        </pc:sldMkLst>
        <pc:spChg chg="mod">
          <ac:chgData name="David Davis" userId="b6b274a4de69d771" providerId="LiveId" clId="{00C90E67-8028-4A92-A23E-A23CF4FC9B4B}" dt="2025-04-21T23:14:27.239" v="149" actId="26606"/>
          <ac:spMkLst>
            <pc:docMk/>
            <pc:sldMk cId="1790074780" sldId="269"/>
            <ac:spMk id="2" creationId="{08281A21-0DD2-C08B-E604-79746146EDAD}"/>
          </ac:spMkLst>
        </pc:spChg>
        <pc:spChg chg="add del mod">
          <ac:chgData name="David Davis" userId="b6b274a4de69d771" providerId="LiveId" clId="{00C90E67-8028-4A92-A23E-A23CF4FC9B4B}" dt="2025-04-21T23:14:27.239" v="149" actId="26606"/>
          <ac:spMkLst>
            <pc:docMk/>
            <pc:sldMk cId="1790074780" sldId="269"/>
            <ac:spMk id="3" creationId="{71CE8B12-5295-C60C-502C-5F92844B6D5D}"/>
          </ac:spMkLst>
        </pc:spChg>
        <pc:spChg chg="add del">
          <ac:chgData name="David Davis" userId="b6b274a4de69d771" providerId="LiveId" clId="{00C90E67-8028-4A92-A23E-A23CF4FC9B4B}" dt="2025-04-21T23:14:27.239" v="149" actId="26606"/>
          <ac:spMkLst>
            <pc:docMk/>
            <pc:sldMk cId="1790074780" sldId="269"/>
            <ac:spMk id="8" creationId="{DDD1D22E-5996-E45B-92B2-659F701A4A3B}"/>
          </ac:spMkLst>
        </pc:spChg>
        <pc:spChg chg="add">
          <ac:chgData name="David Davis" userId="b6b274a4de69d771" providerId="LiveId" clId="{00C90E67-8028-4A92-A23E-A23CF4FC9B4B}" dt="2025-04-21T23:14:27.239" v="149" actId="26606"/>
          <ac:spMkLst>
            <pc:docMk/>
            <pc:sldMk cId="1790074780" sldId="269"/>
            <ac:spMk id="12" creationId="{71CE8B12-5295-C60C-502C-5F92844B6D5D}"/>
          </ac:spMkLst>
        </pc:spChg>
        <pc:spChg chg="add">
          <ac:chgData name="David Davis" userId="b6b274a4de69d771" providerId="LiveId" clId="{00C90E67-8028-4A92-A23E-A23CF4FC9B4B}" dt="2025-04-21T23:14:27.239" v="149" actId="26606"/>
          <ac:spMkLst>
            <pc:docMk/>
            <pc:sldMk cId="1790074780" sldId="269"/>
            <ac:spMk id="13" creationId="{DEE2AD96-B495-4E06-9291-B71706F728CB}"/>
          </ac:spMkLst>
        </pc:spChg>
        <pc:spChg chg="add">
          <ac:chgData name="David Davis" userId="b6b274a4de69d771" providerId="LiveId" clId="{00C90E67-8028-4A92-A23E-A23CF4FC9B4B}" dt="2025-04-21T23:14:27.239" v="149" actId="26606"/>
          <ac:spMkLst>
            <pc:docMk/>
            <pc:sldMk cId="1790074780" sldId="269"/>
            <ac:spMk id="15" creationId="{53CF6D67-C5A8-4ADD-9E8E-1E38CA1D3166}"/>
          </ac:spMkLst>
        </pc:spChg>
        <pc:spChg chg="add">
          <ac:chgData name="David Davis" userId="b6b274a4de69d771" providerId="LiveId" clId="{00C90E67-8028-4A92-A23E-A23CF4FC9B4B}" dt="2025-04-21T23:14:27.239" v="149" actId="26606"/>
          <ac:spMkLst>
            <pc:docMk/>
            <pc:sldMk cId="1790074780" sldId="269"/>
            <ac:spMk id="17" creationId="{86909FA0-B515-4681-B7A8-FA281D133B94}"/>
          </ac:spMkLst>
        </pc:spChg>
        <pc:spChg chg="add">
          <ac:chgData name="David Davis" userId="b6b274a4de69d771" providerId="LiveId" clId="{00C90E67-8028-4A92-A23E-A23CF4FC9B4B}" dt="2025-04-21T23:14:27.239" v="149" actId="26606"/>
          <ac:spMkLst>
            <pc:docMk/>
            <pc:sldMk cId="1790074780" sldId="269"/>
            <ac:spMk id="19" creationId="{21C9FE86-FCC3-4A31-AA1C-C882262B7FE7}"/>
          </ac:spMkLst>
        </pc:spChg>
        <pc:spChg chg="add">
          <ac:chgData name="David Davis" userId="b6b274a4de69d771" providerId="LiveId" clId="{00C90E67-8028-4A92-A23E-A23CF4FC9B4B}" dt="2025-04-21T23:14:27.239" v="149" actId="26606"/>
          <ac:spMkLst>
            <pc:docMk/>
            <pc:sldMk cId="1790074780" sldId="269"/>
            <ac:spMk id="21" creationId="{7D96243B-ECED-4B71-8E06-AE9A285EAD20}"/>
          </ac:spMkLst>
        </pc:spChg>
        <pc:spChg chg="add">
          <ac:chgData name="David Davis" userId="b6b274a4de69d771" providerId="LiveId" clId="{00C90E67-8028-4A92-A23E-A23CF4FC9B4B}" dt="2025-04-21T23:14:27.239" v="149" actId="26606"/>
          <ac:spMkLst>
            <pc:docMk/>
            <pc:sldMk cId="1790074780" sldId="269"/>
            <ac:spMk id="23" creationId="{A09989E4-EFDC-4A90-A633-E0525FB4139E}"/>
          </ac:spMkLst>
        </pc:spChg>
        <pc:graphicFrameChg chg="add del">
          <ac:chgData name="David Davis" userId="b6b274a4de69d771" providerId="LiveId" clId="{00C90E67-8028-4A92-A23E-A23CF4FC9B4B}" dt="2025-04-21T23:14:27.218" v="148" actId="26606"/>
          <ac:graphicFrameMkLst>
            <pc:docMk/>
            <pc:sldMk cId="1790074780" sldId="269"/>
            <ac:graphicFrameMk id="10" creationId="{ECE0C942-4FC2-CC72-0A3B-F24BC1463178}"/>
          </ac:graphicFrameMkLst>
        </pc:graphicFrameChg>
      </pc:sldChg>
      <pc:sldChg chg="addSp delSp modSp new del mod">
        <pc:chgData name="David Davis" userId="b6b274a4de69d771" providerId="LiveId" clId="{00C90E67-8028-4A92-A23E-A23CF4FC9B4B}" dt="2025-04-21T23:56:03.337" v="201" actId="47"/>
        <pc:sldMkLst>
          <pc:docMk/>
          <pc:sldMk cId="750807091" sldId="270"/>
        </pc:sldMkLst>
        <pc:spChg chg="del">
          <ac:chgData name="David Davis" userId="b6b274a4de69d771" providerId="LiveId" clId="{00C90E67-8028-4A92-A23E-A23CF4FC9B4B}" dt="2025-04-21T23:53:09.557" v="163" actId="478"/>
          <ac:spMkLst>
            <pc:docMk/>
            <pc:sldMk cId="750807091" sldId="270"/>
            <ac:spMk id="2" creationId="{49C05681-FD41-E499-EED6-1309A09D041D}"/>
          </ac:spMkLst>
        </pc:spChg>
        <pc:spChg chg="del">
          <ac:chgData name="David Davis" userId="b6b274a4de69d771" providerId="LiveId" clId="{00C90E67-8028-4A92-A23E-A23CF4FC9B4B}" dt="2025-04-21T23:53:07.915" v="162" actId="478"/>
          <ac:spMkLst>
            <pc:docMk/>
            <pc:sldMk cId="750807091" sldId="270"/>
            <ac:spMk id="3" creationId="{F07526BD-3F68-8F2D-DDA6-437604AFACDD}"/>
          </ac:spMkLst>
        </pc:spChg>
        <pc:spChg chg="del">
          <ac:chgData name="David Davis" userId="b6b274a4de69d771" providerId="LiveId" clId="{00C90E67-8028-4A92-A23E-A23CF4FC9B4B}" dt="2025-04-21T23:53:11.923" v="164" actId="478"/>
          <ac:spMkLst>
            <pc:docMk/>
            <pc:sldMk cId="750807091" sldId="270"/>
            <ac:spMk id="4" creationId="{6C9E0FD0-2383-125C-9737-610B24438DEF}"/>
          </ac:spMkLst>
        </pc:spChg>
        <pc:picChg chg="add del mod">
          <ac:chgData name="David Davis" userId="b6b274a4de69d771" providerId="LiveId" clId="{00C90E67-8028-4A92-A23E-A23CF4FC9B4B}" dt="2025-04-21T23:55:43.068" v="195" actId="21"/>
          <ac:picMkLst>
            <pc:docMk/>
            <pc:sldMk cId="750807091" sldId="270"/>
            <ac:picMk id="6" creationId="{17A52005-7EE6-1AA6-732D-E8056424373D}"/>
          </ac:picMkLst>
        </pc:picChg>
      </pc:sldChg>
      <pc:sldChg chg="new del">
        <pc:chgData name="David Davis" userId="b6b274a4de69d771" providerId="LiveId" clId="{00C90E67-8028-4A92-A23E-A23CF4FC9B4B}" dt="2025-04-21T23:58:45.258" v="228" actId="47"/>
        <pc:sldMkLst>
          <pc:docMk/>
          <pc:sldMk cId="2935366489" sldId="270"/>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C574EA-8AE3-46BC-B1B5-ACF555DC40DA}" type="doc">
      <dgm:prSet loTypeId="urn:microsoft.com/office/officeart/2018/5/layout/CenteredIconLabelDescription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D16D069D-CBEB-47D0-8896-C811D890905E}">
      <dgm:prSet/>
      <dgm:spPr/>
      <dgm:t>
        <a:bodyPr/>
        <a:lstStyle/>
        <a:p>
          <a:pPr>
            <a:defRPr b="1"/>
          </a:pPr>
          <a:r>
            <a:rPr lang="en-US"/>
            <a:t>Project Goal</a:t>
          </a:r>
        </a:p>
      </dgm:t>
    </dgm:pt>
    <dgm:pt modelId="{099BA1D2-C3BA-4601-AAB3-DE30DB8048B5}" type="parTrans" cxnId="{0BD47D5D-F390-425A-83FC-D06EBE11DBD0}">
      <dgm:prSet/>
      <dgm:spPr/>
      <dgm:t>
        <a:bodyPr/>
        <a:lstStyle/>
        <a:p>
          <a:endParaRPr lang="en-US"/>
        </a:p>
      </dgm:t>
    </dgm:pt>
    <dgm:pt modelId="{1BBED5D0-78EF-44A9-BB3D-69BA8DD8A21A}" type="sibTrans" cxnId="{0BD47D5D-F390-425A-83FC-D06EBE11DBD0}">
      <dgm:prSet/>
      <dgm:spPr/>
      <dgm:t>
        <a:bodyPr/>
        <a:lstStyle/>
        <a:p>
          <a:endParaRPr lang="en-US"/>
        </a:p>
      </dgm:t>
    </dgm:pt>
    <dgm:pt modelId="{AAE56CB7-4E73-4ADA-8682-C6A641CCC1E2}">
      <dgm:prSet/>
      <dgm:spPr/>
      <dgm:t>
        <a:bodyPr/>
        <a:lstStyle/>
        <a:p>
          <a:r>
            <a:rPr lang="en-US"/>
            <a:t>Predict assessed tax value of properties using Zillow dataset</a:t>
          </a:r>
        </a:p>
      </dgm:t>
    </dgm:pt>
    <dgm:pt modelId="{E9A035FB-53BF-44A7-A685-C09E67F63A97}" type="parTrans" cxnId="{46C544E0-68BB-4636-BEB7-335280379FEE}">
      <dgm:prSet/>
      <dgm:spPr/>
      <dgm:t>
        <a:bodyPr/>
        <a:lstStyle/>
        <a:p>
          <a:endParaRPr lang="en-US"/>
        </a:p>
      </dgm:t>
    </dgm:pt>
    <dgm:pt modelId="{9FF658DF-9D62-4D34-B9DB-3C9BBDABAFF7}" type="sibTrans" cxnId="{46C544E0-68BB-4636-BEB7-335280379FEE}">
      <dgm:prSet/>
      <dgm:spPr/>
      <dgm:t>
        <a:bodyPr/>
        <a:lstStyle/>
        <a:p>
          <a:endParaRPr lang="en-US"/>
        </a:p>
      </dgm:t>
    </dgm:pt>
    <dgm:pt modelId="{E5A70064-FB0E-4054-8ED2-313E0905207D}">
      <dgm:prSet/>
      <dgm:spPr/>
      <dgm:t>
        <a:bodyPr/>
        <a:lstStyle/>
        <a:p>
          <a:r>
            <a:rPr lang="en-US"/>
            <a:t>Approach as a real estate data science problem</a:t>
          </a:r>
        </a:p>
      </dgm:t>
    </dgm:pt>
    <dgm:pt modelId="{926C5246-3682-439F-80CF-6DE0C46E260F}" type="parTrans" cxnId="{641FC4F4-84DC-4A75-BECA-BF93038BE0B1}">
      <dgm:prSet/>
      <dgm:spPr/>
      <dgm:t>
        <a:bodyPr/>
        <a:lstStyle/>
        <a:p>
          <a:endParaRPr lang="en-US"/>
        </a:p>
      </dgm:t>
    </dgm:pt>
    <dgm:pt modelId="{99D0C0C1-FDF0-4355-BC32-649A5568C39E}" type="sibTrans" cxnId="{641FC4F4-84DC-4A75-BECA-BF93038BE0B1}">
      <dgm:prSet/>
      <dgm:spPr/>
      <dgm:t>
        <a:bodyPr/>
        <a:lstStyle/>
        <a:p>
          <a:endParaRPr lang="en-US"/>
        </a:p>
      </dgm:t>
    </dgm:pt>
    <dgm:pt modelId="{3CB2A020-FAFD-4B8E-91DF-C6B213295970}">
      <dgm:prSet/>
      <dgm:spPr/>
      <dgm:t>
        <a:bodyPr/>
        <a:lstStyle/>
        <a:p>
          <a:pPr>
            <a:defRPr b="1"/>
          </a:pPr>
          <a:r>
            <a:rPr lang="en-US"/>
            <a:t>Data Preparation</a:t>
          </a:r>
        </a:p>
      </dgm:t>
    </dgm:pt>
    <dgm:pt modelId="{4E7D4A92-D644-482D-8092-38F7FDEC8DB9}" type="parTrans" cxnId="{0FD080C3-85D0-428C-92C1-0E209C77D87F}">
      <dgm:prSet/>
      <dgm:spPr/>
      <dgm:t>
        <a:bodyPr/>
        <a:lstStyle/>
        <a:p>
          <a:endParaRPr lang="en-US"/>
        </a:p>
      </dgm:t>
    </dgm:pt>
    <dgm:pt modelId="{0A85E0EE-E245-4872-80C9-30FC78B231D7}" type="sibTrans" cxnId="{0FD080C3-85D0-428C-92C1-0E209C77D87F}">
      <dgm:prSet/>
      <dgm:spPr/>
      <dgm:t>
        <a:bodyPr/>
        <a:lstStyle/>
        <a:p>
          <a:endParaRPr lang="en-US"/>
        </a:p>
      </dgm:t>
    </dgm:pt>
    <dgm:pt modelId="{EEC3022D-2D4F-4CF0-A038-41BA40496DE6}">
      <dgm:prSet/>
      <dgm:spPr/>
      <dgm:t>
        <a:bodyPr/>
        <a:lstStyle/>
        <a:p>
          <a:r>
            <a:rPr lang="en-US"/>
            <a:t>Extensive data cleaning and imputation</a:t>
          </a:r>
        </a:p>
      </dgm:t>
    </dgm:pt>
    <dgm:pt modelId="{0B087ADD-9B8A-4A8B-A254-9B4FD9B92777}" type="parTrans" cxnId="{3A356BE8-46A4-4524-AA64-6E48C9366CFA}">
      <dgm:prSet/>
      <dgm:spPr/>
      <dgm:t>
        <a:bodyPr/>
        <a:lstStyle/>
        <a:p>
          <a:endParaRPr lang="en-US"/>
        </a:p>
      </dgm:t>
    </dgm:pt>
    <dgm:pt modelId="{6978FB5A-402E-4720-AAAF-53AD94D3CF99}" type="sibTrans" cxnId="{3A356BE8-46A4-4524-AA64-6E48C9366CFA}">
      <dgm:prSet/>
      <dgm:spPr/>
      <dgm:t>
        <a:bodyPr/>
        <a:lstStyle/>
        <a:p>
          <a:endParaRPr lang="en-US"/>
        </a:p>
      </dgm:t>
    </dgm:pt>
    <dgm:pt modelId="{8693B93E-7D92-4ED0-8065-CB90D094C4F8}">
      <dgm:prSet/>
      <dgm:spPr/>
      <dgm:t>
        <a:bodyPr/>
        <a:lstStyle/>
        <a:p>
          <a:r>
            <a:rPr lang="en-US"/>
            <a:t>Feature engineering to improve data quality</a:t>
          </a:r>
        </a:p>
      </dgm:t>
    </dgm:pt>
    <dgm:pt modelId="{64FFB0ED-D597-480D-A2C2-FAABBF8B5FC1}" type="parTrans" cxnId="{7B3BA9D5-3144-4547-91B0-DCA53F830963}">
      <dgm:prSet/>
      <dgm:spPr/>
      <dgm:t>
        <a:bodyPr/>
        <a:lstStyle/>
        <a:p>
          <a:endParaRPr lang="en-US"/>
        </a:p>
      </dgm:t>
    </dgm:pt>
    <dgm:pt modelId="{09374B8E-9DB8-4CA7-887A-9A18DE9CF70D}" type="sibTrans" cxnId="{7B3BA9D5-3144-4547-91B0-DCA53F830963}">
      <dgm:prSet/>
      <dgm:spPr/>
      <dgm:t>
        <a:bodyPr/>
        <a:lstStyle/>
        <a:p>
          <a:endParaRPr lang="en-US"/>
        </a:p>
      </dgm:t>
    </dgm:pt>
    <dgm:pt modelId="{B1E6891E-8996-4DF1-9749-35B0DDA00B29}">
      <dgm:prSet/>
      <dgm:spPr/>
      <dgm:t>
        <a:bodyPr/>
        <a:lstStyle/>
        <a:p>
          <a:pPr>
            <a:defRPr b="1"/>
          </a:pPr>
          <a:r>
            <a:rPr lang="en-US"/>
            <a:t>Model Evaluation</a:t>
          </a:r>
        </a:p>
      </dgm:t>
    </dgm:pt>
    <dgm:pt modelId="{65282722-44B0-44A6-A3DD-C7D92A71E42D}" type="parTrans" cxnId="{B1B4CC67-6710-4C2E-8DA7-CB1CFC55CD4E}">
      <dgm:prSet/>
      <dgm:spPr/>
      <dgm:t>
        <a:bodyPr/>
        <a:lstStyle/>
        <a:p>
          <a:endParaRPr lang="en-US"/>
        </a:p>
      </dgm:t>
    </dgm:pt>
    <dgm:pt modelId="{534D6996-3E8D-4C0A-8AEC-F601B49226A0}" type="sibTrans" cxnId="{B1B4CC67-6710-4C2E-8DA7-CB1CFC55CD4E}">
      <dgm:prSet/>
      <dgm:spPr/>
      <dgm:t>
        <a:bodyPr/>
        <a:lstStyle/>
        <a:p>
          <a:endParaRPr lang="en-US"/>
        </a:p>
      </dgm:t>
    </dgm:pt>
    <dgm:pt modelId="{4A74A5F3-155D-41FA-9BEC-C7927120B41A}">
      <dgm:prSet/>
      <dgm:spPr/>
      <dgm:t>
        <a:bodyPr/>
        <a:lstStyle/>
        <a:p>
          <a:r>
            <a:rPr lang="en-US"/>
            <a:t>Multiple models evaluated including linear regressions and ensemble methods</a:t>
          </a:r>
        </a:p>
      </dgm:t>
    </dgm:pt>
    <dgm:pt modelId="{A702B6F8-F941-4675-8ADB-DA02096B3D52}" type="parTrans" cxnId="{1BA7040A-DA0C-42D0-ACA9-BFA660C86E32}">
      <dgm:prSet/>
      <dgm:spPr/>
      <dgm:t>
        <a:bodyPr/>
        <a:lstStyle/>
        <a:p>
          <a:endParaRPr lang="en-US"/>
        </a:p>
      </dgm:t>
    </dgm:pt>
    <dgm:pt modelId="{768119DD-71F0-4594-AAE7-85C5EF36575F}" type="sibTrans" cxnId="{1BA7040A-DA0C-42D0-ACA9-BFA660C86E32}">
      <dgm:prSet/>
      <dgm:spPr/>
      <dgm:t>
        <a:bodyPr/>
        <a:lstStyle/>
        <a:p>
          <a:endParaRPr lang="en-US"/>
        </a:p>
      </dgm:t>
    </dgm:pt>
    <dgm:pt modelId="{B5B0E3A4-2D00-4C73-8E4B-ADE0AF2237F2}">
      <dgm:prSet/>
      <dgm:spPr/>
      <dgm:t>
        <a:bodyPr/>
        <a:lstStyle/>
        <a:p>
          <a:r>
            <a:rPr lang="en-US"/>
            <a:t>Gradient Boosting Regressor emerged as top-performing model</a:t>
          </a:r>
        </a:p>
      </dgm:t>
    </dgm:pt>
    <dgm:pt modelId="{7DD57FE9-BD23-4774-86B6-1B76A165353E}" type="parTrans" cxnId="{74EBEE47-BB6E-4541-A50B-320BBC71B22C}">
      <dgm:prSet/>
      <dgm:spPr/>
      <dgm:t>
        <a:bodyPr/>
        <a:lstStyle/>
        <a:p>
          <a:endParaRPr lang="en-US"/>
        </a:p>
      </dgm:t>
    </dgm:pt>
    <dgm:pt modelId="{A0C394E0-896A-45C2-A621-E62F09164C6F}" type="sibTrans" cxnId="{74EBEE47-BB6E-4541-A50B-320BBC71B22C}">
      <dgm:prSet/>
      <dgm:spPr/>
      <dgm:t>
        <a:bodyPr/>
        <a:lstStyle/>
        <a:p>
          <a:endParaRPr lang="en-US"/>
        </a:p>
      </dgm:t>
    </dgm:pt>
    <dgm:pt modelId="{3AC16B72-2C0B-4230-AAD0-5C01FAD34DB8}">
      <dgm:prSet/>
      <dgm:spPr/>
      <dgm:t>
        <a:bodyPr/>
        <a:lstStyle/>
        <a:p>
          <a:pPr>
            <a:defRPr b="1"/>
          </a:pPr>
          <a:r>
            <a:rPr lang="en-US"/>
            <a:t>Key Findings</a:t>
          </a:r>
        </a:p>
      </dgm:t>
    </dgm:pt>
    <dgm:pt modelId="{A541FC11-534C-4433-9944-C1487E55FED5}" type="parTrans" cxnId="{22AED5D5-4DB6-449A-9424-B23ADAB91241}">
      <dgm:prSet/>
      <dgm:spPr/>
      <dgm:t>
        <a:bodyPr/>
        <a:lstStyle/>
        <a:p>
          <a:endParaRPr lang="en-US"/>
        </a:p>
      </dgm:t>
    </dgm:pt>
    <dgm:pt modelId="{A6799512-13E9-4CC0-9E80-DB85F6060E81}" type="sibTrans" cxnId="{22AED5D5-4DB6-449A-9424-B23ADAB91241}">
      <dgm:prSet/>
      <dgm:spPr/>
      <dgm:t>
        <a:bodyPr/>
        <a:lstStyle/>
        <a:p>
          <a:endParaRPr lang="en-US"/>
        </a:p>
      </dgm:t>
    </dgm:pt>
    <dgm:pt modelId="{9ACF0790-849F-472A-93A4-F3E6D5C9E05D}">
      <dgm:prSet/>
      <dgm:spPr/>
      <dgm:t>
        <a:bodyPr/>
        <a:lstStyle/>
        <a:p>
          <a:r>
            <a:rPr lang="en-US"/>
            <a:t>Square footage and location-based variables were most predictive</a:t>
          </a:r>
        </a:p>
      </dgm:t>
    </dgm:pt>
    <dgm:pt modelId="{E8777F62-B38C-45C8-9AE4-0F016D732F99}" type="parTrans" cxnId="{1BE9FA78-FB7F-45D6-96B4-31A2070C5C3D}">
      <dgm:prSet/>
      <dgm:spPr/>
      <dgm:t>
        <a:bodyPr/>
        <a:lstStyle/>
        <a:p>
          <a:endParaRPr lang="en-US"/>
        </a:p>
      </dgm:t>
    </dgm:pt>
    <dgm:pt modelId="{8CAAB67E-D319-41C2-89FB-E887724E28E9}" type="sibTrans" cxnId="{1BE9FA78-FB7F-45D6-96B4-31A2070C5C3D}">
      <dgm:prSet/>
      <dgm:spPr/>
      <dgm:t>
        <a:bodyPr/>
        <a:lstStyle/>
        <a:p>
          <a:endParaRPr lang="en-US"/>
        </a:p>
      </dgm:t>
    </dgm:pt>
    <dgm:pt modelId="{D90289AB-5B25-4388-95FA-9360A48E0379}">
      <dgm:prSet/>
      <dgm:spPr/>
      <dgm:t>
        <a:bodyPr/>
        <a:lstStyle/>
        <a:p>
          <a:pPr>
            <a:defRPr b="1"/>
          </a:pPr>
          <a:r>
            <a:rPr lang="en-US"/>
            <a:t>Business Applications</a:t>
          </a:r>
        </a:p>
      </dgm:t>
    </dgm:pt>
    <dgm:pt modelId="{C9A408D1-590F-4B55-B35E-80564F1819A0}" type="parTrans" cxnId="{B4C14853-95AA-4C55-9B99-A13592873392}">
      <dgm:prSet/>
      <dgm:spPr/>
      <dgm:t>
        <a:bodyPr/>
        <a:lstStyle/>
        <a:p>
          <a:endParaRPr lang="en-US"/>
        </a:p>
      </dgm:t>
    </dgm:pt>
    <dgm:pt modelId="{3172EE09-2491-4447-B9C0-18066B3E65D7}" type="sibTrans" cxnId="{B4C14853-95AA-4C55-9B99-A13592873392}">
      <dgm:prSet/>
      <dgm:spPr/>
      <dgm:t>
        <a:bodyPr/>
        <a:lstStyle/>
        <a:p>
          <a:endParaRPr lang="en-US"/>
        </a:p>
      </dgm:t>
    </dgm:pt>
    <dgm:pt modelId="{AD1D3B55-1939-4081-9E74-236AC61BBA76}" type="pres">
      <dgm:prSet presAssocID="{A7C574EA-8AE3-46BC-B1B5-ACF555DC40DA}" presName="root" presStyleCnt="0">
        <dgm:presLayoutVars>
          <dgm:dir/>
          <dgm:resizeHandles val="exact"/>
        </dgm:presLayoutVars>
      </dgm:prSet>
      <dgm:spPr/>
    </dgm:pt>
    <dgm:pt modelId="{00E33B4D-4264-4980-8F93-21A5919F200C}" type="pres">
      <dgm:prSet presAssocID="{D16D069D-CBEB-47D0-8896-C811D890905E}" presName="compNode" presStyleCnt="0"/>
      <dgm:spPr/>
    </dgm:pt>
    <dgm:pt modelId="{623D9E0C-B891-4D3E-A77A-A41EA0E8FF10}" type="pres">
      <dgm:prSet presAssocID="{D16D069D-CBEB-47D0-8896-C811D890905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se"/>
        </a:ext>
      </dgm:extLst>
    </dgm:pt>
    <dgm:pt modelId="{2D86EF31-1BDE-466E-B375-02759AAD0AE8}" type="pres">
      <dgm:prSet presAssocID="{D16D069D-CBEB-47D0-8896-C811D890905E}" presName="iconSpace" presStyleCnt="0"/>
      <dgm:spPr/>
    </dgm:pt>
    <dgm:pt modelId="{75D27F4C-97EE-42EF-A6A2-3008B0B3EB97}" type="pres">
      <dgm:prSet presAssocID="{D16D069D-CBEB-47D0-8896-C811D890905E}" presName="parTx" presStyleLbl="revTx" presStyleIdx="0" presStyleCnt="10">
        <dgm:presLayoutVars>
          <dgm:chMax val="0"/>
          <dgm:chPref val="0"/>
        </dgm:presLayoutVars>
      </dgm:prSet>
      <dgm:spPr/>
    </dgm:pt>
    <dgm:pt modelId="{BF794582-88DC-4E80-A168-B9A0AFB3EA98}" type="pres">
      <dgm:prSet presAssocID="{D16D069D-CBEB-47D0-8896-C811D890905E}" presName="txSpace" presStyleCnt="0"/>
      <dgm:spPr/>
    </dgm:pt>
    <dgm:pt modelId="{45402F98-16C3-4CA7-BC15-FD43816706C2}" type="pres">
      <dgm:prSet presAssocID="{D16D069D-CBEB-47D0-8896-C811D890905E}" presName="desTx" presStyleLbl="revTx" presStyleIdx="1" presStyleCnt="10">
        <dgm:presLayoutVars/>
      </dgm:prSet>
      <dgm:spPr/>
    </dgm:pt>
    <dgm:pt modelId="{6EC7F27D-7BD1-4B5D-8CCD-E297FFC999CA}" type="pres">
      <dgm:prSet presAssocID="{1BBED5D0-78EF-44A9-BB3D-69BA8DD8A21A}" presName="sibTrans" presStyleCnt="0"/>
      <dgm:spPr/>
    </dgm:pt>
    <dgm:pt modelId="{28F1C470-6404-4C00-AB75-91452938B840}" type="pres">
      <dgm:prSet presAssocID="{3CB2A020-FAFD-4B8E-91DF-C6B213295970}" presName="compNode" presStyleCnt="0"/>
      <dgm:spPr/>
    </dgm:pt>
    <dgm:pt modelId="{CA7C1602-E47E-4225-85FB-A029D5B0E2D0}" type="pres">
      <dgm:prSet presAssocID="{3CB2A020-FAFD-4B8E-91DF-C6B21329597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997F42C-A954-456A-B830-81D1F5AEC190}" type="pres">
      <dgm:prSet presAssocID="{3CB2A020-FAFD-4B8E-91DF-C6B213295970}" presName="iconSpace" presStyleCnt="0"/>
      <dgm:spPr/>
    </dgm:pt>
    <dgm:pt modelId="{A4C2DB52-52D9-4031-97DE-B06D92006163}" type="pres">
      <dgm:prSet presAssocID="{3CB2A020-FAFD-4B8E-91DF-C6B213295970}" presName="parTx" presStyleLbl="revTx" presStyleIdx="2" presStyleCnt="10">
        <dgm:presLayoutVars>
          <dgm:chMax val="0"/>
          <dgm:chPref val="0"/>
        </dgm:presLayoutVars>
      </dgm:prSet>
      <dgm:spPr/>
    </dgm:pt>
    <dgm:pt modelId="{FE57734F-E849-4979-AA2F-BAE4F1046E44}" type="pres">
      <dgm:prSet presAssocID="{3CB2A020-FAFD-4B8E-91DF-C6B213295970}" presName="txSpace" presStyleCnt="0"/>
      <dgm:spPr/>
    </dgm:pt>
    <dgm:pt modelId="{EE28E0D8-69F8-4149-8481-1CD5D19D7E4D}" type="pres">
      <dgm:prSet presAssocID="{3CB2A020-FAFD-4B8E-91DF-C6B213295970}" presName="desTx" presStyleLbl="revTx" presStyleIdx="3" presStyleCnt="10">
        <dgm:presLayoutVars/>
      </dgm:prSet>
      <dgm:spPr/>
    </dgm:pt>
    <dgm:pt modelId="{2945B9BD-09FF-4089-911E-600660F38249}" type="pres">
      <dgm:prSet presAssocID="{0A85E0EE-E245-4872-80C9-30FC78B231D7}" presName="sibTrans" presStyleCnt="0"/>
      <dgm:spPr/>
    </dgm:pt>
    <dgm:pt modelId="{D5E7A52B-EA6E-4245-8977-221C0F834089}" type="pres">
      <dgm:prSet presAssocID="{B1E6891E-8996-4DF1-9749-35B0DDA00B29}" presName="compNode" presStyleCnt="0"/>
      <dgm:spPr/>
    </dgm:pt>
    <dgm:pt modelId="{343E81BB-0AEE-43F4-9895-DA7916ADF8AB}" type="pres">
      <dgm:prSet presAssocID="{B1E6891E-8996-4DF1-9749-35B0DDA00B2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B9911BD1-C221-4D2F-B4D7-FED1369268ED}" type="pres">
      <dgm:prSet presAssocID="{B1E6891E-8996-4DF1-9749-35B0DDA00B29}" presName="iconSpace" presStyleCnt="0"/>
      <dgm:spPr/>
    </dgm:pt>
    <dgm:pt modelId="{A9751ADB-F667-4674-884D-8E30E3BAEBF9}" type="pres">
      <dgm:prSet presAssocID="{B1E6891E-8996-4DF1-9749-35B0DDA00B29}" presName="parTx" presStyleLbl="revTx" presStyleIdx="4" presStyleCnt="10">
        <dgm:presLayoutVars>
          <dgm:chMax val="0"/>
          <dgm:chPref val="0"/>
        </dgm:presLayoutVars>
      </dgm:prSet>
      <dgm:spPr/>
    </dgm:pt>
    <dgm:pt modelId="{7267AA74-B98D-41EE-9051-0028AE6A8702}" type="pres">
      <dgm:prSet presAssocID="{B1E6891E-8996-4DF1-9749-35B0DDA00B29}" presName="txSpace" presStyleCnt="0"/>
      <dgm:spPr/>
    </dgm:pt>
    <dgm:pt modelId="{72381841-0585-482F-BB10-48563F29601E}" type="pres">
      <dgm:prSet presAssocID="{B1E6891E-8996-4DF1-9749-35B0DDA00B29}" presName="desTx" presStyleLbl="revTx" presStyleIdx="5" presStyleCnt="10">
        <dgm:presLayoutVars/>
      </dgm:prSet>
      <dgm:spPr/>
    </dgm:pt>
    <dgm:pt modelId="{9F897F34-FF7E-4DE7-9B07-33233CF3A856}" type="pres">
      <dgm:prSet presAssocID="{534D6996-3E8D-4C0A-8AEC-F601B49226A0}" presName="sibTrans" presStyleCnt="0"/>
      <dgm:spPr/>
    </dgm:pt>
    <dgm:pt modelId="{AA6AE29B-B07C-499E-8E1E-12FB1E4D11A2}" type="pres">
      <dgm:prSet presAssocID="{3AC16B72-2C0B-4230-AAD0-5C01FAD34DB8}" presName="compNode" presStyleCnt="0"/>
      <dgm:spPr/>
    </dgm:pt>
    <dgm:pt modelId="{1AD9DBD3-34E8-4972-968C-F76A4AC054A7}" type="pres">
      <dgm:prSet presAssocID="{3AC16B72-2C0B-4230-AAD0-5C01FAD34DB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r chart"/>
        </a:ext>
      </dgm:extLst>
    </dgm:pt>
    <dgm:pt modelId="{078CDA56-8816-4F71-BAD0-E34CA5089868}" type="pres">
      <dgm:prSet presAssocID="{3AC16B72-2C0B-4230-AAD0-5C01FAD34DB8}" presName="iconSpace" presStyleCnt="0"/>
      <dgm:spPr/>
    </dgm:pt>
    <dgm:pt modelId="{0D9E94B0-4F9C-4045-8B84-340E564B3723}" type="pres">
      <dgm:prSet presAssocID="{3AC16B72-2C0B-4230-AAD0-5C01FAD34DB8}" presName="parTx" presStyleLbl="revTx" presStyleIdx="6" presStyleCnt="10">
        <dgm:presLayoutVars>
          <dgm:chMax val="0"/>
          <dgm:chPref val="0"/>
        </dgm:presLayoutVars>
      </dgm:prSet>
      <dgm:spPr/>
    </dgm:pt>
    <dgm:pt modelId="{47623864-24A6-44F5-8B71-42E1D2847A7A}" type="pres">
      <dgm:prSet presAssocID="{3AC16B72-2C0B-4230-AAD0-5C01FAD34DB8}" presName="txSpace" presStyleCnt="0"/>
      <dgm:spPr/>
    </dgm:pt>
    <dgm:pt modelId="{DFA49420-8604-4A74-9601-0803D43486AD}" type="pres">
      <dgm:prSet presAssocID="{3AC16B72-2C0B-4230-AAD0-5C01FAD34DB8}" presName="desTx" presStyleLbl="revTx" presStyleIdx="7" presStyleCnt="10">
        <dgm:presLayoutVars/>
      </dgm:prSet>
      <dgm:spPr/>
    </dgm:pt>
    <dgm:pt modelId="{D14AA569-91B8-45CE-A5AB-ECA57AB1A90D}" type="pres">
      <dgm:prSet presAssocID="{A6799512-13E9-4CC0-9E80-DB85F6060E81}" presName="sibTrans" presStyleCnt="0"/>
      <dgm:spPr/>
    </dgm:pt>
    <dgm:pt modelId="{B54E690E-0148-4D54-AC0D-B0A134B5C218}" type="pres">
      <dgm:prSet presAssocID="{D90289AB-5B25-4388-95FA-9360A48E0379}" presName="compNode" presStyleCnt="0"/>
      <dgm:spPr/>
    </dgm:pt>
    <dgm:pt modelId="{BF12F8D2-E5D9-4456-A941-0CC7D166265D}" type="pres">
      <dgm:prSet presAssocID="{D90289AB-5B25-4388-95FA-9360A48E037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ity"/>
        </a:ext>
      </dgm:extLst>
    </dgm:pt>
    <dgm:pt modelId="{24B0E2CA-52FA-4464-A7FC-383095C44943}" type="pres">
      <dgm:prSet presAssocID="{D90289AB-5B25-4388-95FA-9360A48E0379}" presName="iconSpace" presStyleCnt="0"/>
      <dgm:spPr/>
    </dgm:pt>
    <dgm:pt modelId="{EAE4784C-3B3A-4249-A128-4E8D6DC5AE55}" type="pres">
      <dgm:prSet presAssocID="{D90289AB-5B25-4388-95FA-9360A48E0379}" presName="parTx" presStyleLbl="revTx" presStyleIdx="8" presStyleCnt="10">
        <dgm:presLayoutVars>
          <dgm:chMax val="0"/>
          <dgm:chPref val="0"/>
        </dgm:presLayoutVars>
      </dgm:prSet>
      <dgm:spPr/>
    </dgm:pt>
    <dgm:pt modelId="{F76DEA82-0193-40C9-9CA2-A14D125AE9FD}" type="pres">
      <dgm:prSet presAssocID="{D90289AB-5B25-4388-95FA-9360A48E0379}" presName="txSpace" presStyleCnt="0"/>
      <dgm:spPr/>
    </dgm:pt>
    <dgm:pt modelId="{8A9B6B5F-514D-4D01-82DA-47071CA705B0}" type="pres">
      <dgm:prSet presAssocID="{D90289AB-5B25-4388-95FA-9360A48E0379}" presName="desTx" presStyleLbl="revTx" presStyleIdx="9" presStyleCnt="10">
        <dgm:presLayoutVars/>
      </dgm:prSet>
      <dgm:spPr/>
    </dgm:pt>
  </dgm:ptLst>
  <dgm:cxnLst>
    <dgm:cxn modelId="{34815006-F01C-4DF2-8240-6D5E3C1F7FCA}" type="presOf" srcId="{9ACF0790-849F-472A-93A4-F3E6D5C9E05D}" destId="{DFA49420-8604-4A74-9601-0803D43486AD}" srcOrd="0" destOrd="0" presId="urn:microsoft.com/office/officeart/2018/5/layout/CenteredIconLabelDescriptionList"/>
    <dgm:cxn modelId="{1BA7040A-DA0C-42D0-ACA9-BFA660C86E32}" srcId="{B1E6891E-8996-4DF1-9749-35B0DDA00B29}" destId="{4A74A5F3-155D-41FA-9BEC-C7927120B41A}" srcOrd="0" destOrd="0" parTransId="{A702B6F8-F941-4675-8ADB-DA02096B3D52}" sibTransId="{768119DD-71F0-4594-AAE7-85C5EF36575F}"/>
    <dgm:cxn modelId="{E03CD137-DA9B-4EAF-A9F4-ACECD89E33F9}" type="presOf" srcId="{3CB2A020-FAFD-4B8E-91DF-C6B213295970}" destId="{A4C2DB52-52D9-4031-97DE-B06D92006163}" srcOrd="0" destOrd="0" presId="urn:microsoft.com/office/officeart/2018/5/layout/CenteredIconLabelDescriptionList"/>
    <dgm:cxn modelId="{6F97953F-5F63-479D-901F-34BF7ADC935C}" type="presOf" srcId="{EEC3022D-2D4F-4CF0-A038-41BA40496DE6}" destId="{EE28E0D8-69F8-4149-8481-1CD5D19D7E4D}" srcOrd="0" destOrd="0" presId="urn:microsoft.com/office/officeart/2018/5/layout/CenteredIconLabelDescriptionList"/>
    <dgm:cxn modelId="{0BD47D5D-F390-425A-83FC-D06EBE11DBD0}" srcId="{A7C574EA-8AE3-46BC-B1B5-ACF555DC40DA}" destId="{D16D069D-CBEB-47D0-8896-C811D890905E}" srcOrd="0" destOrd="0" parTransId="{099BA1D2-C3BA-4601-AAB3-DE30DB8048B5}" sibTransId="{1BBED5D0-78EF-44A9-BB3D-69BA8DD8A21A}"/>
    <dgm:cxn modelId="{B923C341-BFF0-43D9-9D9D-A391B5812C42}" type="presOf" srcId="{A7C574EA-8AE3-46BC-B1B5-ACF555DC40DA}" destId="{AD1D3B55-1939-4081-9E74-236AC61BBA76}" srcOrd="0" destOrd="0" presId="urn:microsoft.com/office/officeart/2018/5/layout/CenteredIconLabelDescriptionList"/>
    <dgm:cxn modelId="{2655D741-F412-49D1-9330-FBCF0001D967}" type="presOf" srcId="{B5B0E3A4-2D00-4C73-8E4B-ADE0AF2237F2}" destId="{72381841-0585-482F-BB10-48563F29601E}" srcOrd="0" destOrd="1" presId="urn:microsoft.com/office/officeart/2018/5/layout/CenteredIconLabelDescriptionList"/>
    <dgm:cxn modelId="{B1B4CC67-6710-4C2E-8DA7-CB1CFC55CD4E}" srcId="{A7C574EA-8AE3-46BC-B1B5-ACF555DC40DA}" destId="{B1E6891E-8996-4DF1-9749-35B0DDA00B29}" srcOrd="2" destOrd="0" parTransId="{65282722-44B0-44A6-A3DD-C7D92A71E42D}" sibTransId="{534D6996-3E8D-4C0A-8AEC-F601B49226A0}"/>
    <dgm:cxn modelId="{74EBEE47-BB6E-4541-A50B-320BBC71B22C}" srcId="{B1E6891E-8996-4DF1-9749-35B0DDA00B29}" destId="{B5B0E3A4-2D00-4C73-8E4B-ADE0AF2237F2}" srcOrd="1" destOrd="0" parTransId="{7DD57FE9-BD23-4774-86B6-1B76A165353E}" sibTransId="{A0C394E0-896A-45C2-A621-E62F09164C6F}"/>
    <dgm:cxn modelId="{B4C14853-95AA-4C55-9B99-A13592873392}" srcId="{A7C574EA-8AE3-46BC-B1B5-ACF555DC40DA}" destId="{D90289AB-5B25-4388-95FA-9360A48E0379}" srcOrd="4" destOrd="0" parTransId="{C9A408D1-590F-4B55-B35E-80564F1819A0}" sibTransId="{3172EE09-2491-4447-B9C0-18066B3E65D7}"/>
    <dgm:cxn modelId="{1BE9FA78-FB7F-45D6-96B4-31A2070C5C3D}" srcId="{3AC16B72-2C0B-4230-AAD0-5C01FAD34DB8}" destId="{9ACF0790-849F-472A-93A4-F3E6D5C9E05D}" srcOrd="0" destOrd="0" parTransId="{E8777F62-B38C-45C8-9AE4-0F016D732F99}" sibTransId="{8CAAB67E-D319-41C2-89FB-E887724E28E9}"/>
    <dgm:cxn modelId="{0060339B-3089-41C6-9822-24F5F07E4894}" type="presOf" srcId="{AAE56CB7-4E73-4ADA-8682-C6A641CCC1E2}" destId="{45402F98-16C3-4CA7-BC15-FD43816706C2}" srcOrd="0" destOrd="0" presId="urn:microsoft.com/office/officeart/2018/5/layout/CenteredIconLabelDescriptionList"/>
    <dgm:cxn modelId="{631A6A9F-7443-49EF-A61F-FBE920130C93}" type="presOf" srcId="{8693B93E-7D92-4ED0-8065-CB90D094C4F8}" destId="{EE28E0D8-69F8-4149-8481-1CD5D19D7E4D}" srcOrd="0" destOrd="1" presId="urn:microsoft.com/office/officeart/2018/5/layout/CenteredIconLabelDescriptionList"/>
    <dgm:cxn modelId="{45F790BB-2AA6-484E-8D94-BBDD496BDF29}" type="presOf" srcId="{3AC16B72-2C0B-4230-AAD0-5C01FAD34DB8}" destId="{0D9E94B0-4F9C-4045-8B84-340E564B3723}" srcOrd="0" destOrd="0" presId="urn:microsoft.com/office/officeart/2018/5/layout/CenteredIconLabelDescriptionList"/>
    <dgm:cxn modelId="{49F1A8BB-D95C-4A26-89F4-FC85249C49AD}" type="presOf" srcId="{4A74A5F3-155D-41FA-9BEC-C7927120B41A}" destId="{72381841-0585-482F-BB10-48563F29601E}" srcOrd="0" destOrd="0" presId="urn:microsoft.com/office/officeart/2018/5/layout/CenteredIconLabelDescriptionList"/>
    <dgm:cxn modelId="{4A2585BF-1D9D-4B51-B39B-B382F002D8D7}" type="presOf" srcId="{B1E6891E-8996-4DF1-9749-35B0DDA00B29}" destId="{A9751ADB-F667-4674-884D-8E30E3BAEBF9}" srcOrd="0" destOrd="0" presId="urn:microsoft.com/office/officeart/2018/5/layout/CenteredIconLabelDescriptionList"/>
    <dgm:cxn modelId="{0FD080C3-85D0-428C-92C1-0E209C77D87F}" srcId="{A7C574EA-8AE3-46BC-B1B5-ACF555DC40DA}" destId="{3CB2A020-FAFD-4B8E-91DF-C6B213295970}" srcOrd="1" destOrd="0" parTransId="{4E7D4A92-D644-482D-8092-38F7FDEC8DB9}" sibTransId="{0A85E0EE-E245-4872-80C9-30FC78B231D7}"/>
    <dgm:cxn modelId="{7B3BA9D5-3144-4547-91B0-DCA53F830963}" srcId="{3CB2A020-FAFD-4B8E-91DF-C6B213295970}" destId="{8693B93E-7D92-4ED0-8065-CB90D094C4F8}" srcOrd="1" destOrd="0" parTransId="{64FFB0ED-D597-480D-A2C2-FAABBF8B5FC1}" sibTransId="{09374B8E-9DB8-4CA7-887A-9A18DE9CF70D}"/>
    <dgm:cxn modelId="{22AED5D5-4DB6-449A-9424-B23ADAB91241}" srcId="{A7C574EA-8AE3-46BC-B1B5-ACF555DC40DA}" destId="{3AC16B72-2C0B-4230-AAD0-5C01FAD34DB8}" srcOrd="3" destOrd="0" parTransId="{A541FC11-534C-4433-9944-C1487E55FED5}" sibTransId="{A6799512-13E9-4CC0-9E80-DB85F6060E81}"/>
    <dgm:cxn modelId="{46C544E0-68BB-4636-BEB7-335280379FEE}" srcId="{D16D069D-CBEB-47D0-8896-C811D890905E}" destId="{AAE56CB7-4E73-4ADA-8682-C6A641CCC1E2}" srcOrd="0" destOrd="0" parTransId="{E9A035FB-53BF-44A7-A685-C09E67F63A97}" sibTransId="{9FF658DF-9D62-4D34-B9DB-3C9BBDABAFF7}"/>
    <dgm:cxn modelId="{3A356BE8-46A4-4524-AA64-6E48C9366CFA}" srcId="{3CB2A020-FAFD-4B8E-91DF-C6B213295970}" destId="{EEC3022D-2D4F-4CF0-A038-41BA40496DE6}" srcOrd="0" destOrd="0" parTransId="{0B087ADD-9B8A-4A8B-A254-9B4FD9B92777}" sibTransId="{6978FB5A-402E-4720-AAAF-53AD94D3CF99}"/>
    <dgm:cxn modelId="{E6015BEE-ACE5-45C0-BEC2-05130A85C565}" type="presOf" srcId="{E5A70064-FB0E-4054-8ED2-313E0905207D}" destId="{45402F98-16C3-4CA7-BC15-FD43816706C2}" srcOrd="0" destOrd="1" presId="urn:microsoft.com/office/officeart/2018/5/layout/CenteredIconLabelDescriptionList"/>
    <dgm:cxn modelId="{C5E1C4F3-4FD4-4D08-BDBD-C05749D7CB4F}" type="presOf" srcId="{D16D069D-CBEB-47D0-8896-C811D890905E}" destId="{75D27F4C-97EE-42EF-A6A2-3008B0B3EB97}" srcOrd="0" destOrd="0" presId="urn:microsoft.com/office/officeart/2018/5/layout/CenteredIconLabelDescriptionList"/>
    <dgm:cxn modelId="{641FC4F4-84DC-4A75-BECA-BF93038BE0B1}" srcId="{D16D069D-CBEB-47D0-8896-C811D890905E}" destId="{E5A70064-FB0E-4054-8ED2-313E0905207D}" srcOrd="1" destOrd="0" parTransId="{926C5246-3682-439F-80CF-6DE0C46E260F}" sibTransId="{99D0C0C1-FDF0-4355-BC32-649A5568C39E}"/>
    <dgm:cxn modelId="{765087F7-F6A5-42E3-9F88-B1B10B476697}" type="presOf" srcId="{D90289AB-5B25-4388-95FA-9360A48E0379}" destId="{EAE4784C-3B3A-4249-A128-4E8D6DC5AE55}" srcOrd="0" destOrd="0" presId="urn:microsoft.com/office/officeart/2018/5/layout/CenteredIconLabelDescriptionList"/>
    <dgm:cxn modelId="{77FCBA3E-813A-4399-AA29-8327612A5F25}" type="presParOf" srcId="{AD1D3B55-1939-4081-9E74-236AC61BBA76}" destId="{00E33B4D-4264-4980-8F93-21A5919F200C}" srcOrd="0" destOrd="0" presId="urn:microsoft.com/office/officeart/2018/5/layout/CenteredIconLabelDescriptionList"/>
    <dgm:cxn modelId="{BA38B484-8885-4BE2-AF8C-EB8369C862E3}" type="presParOf" srcId="{00E33B4D-4264-4980-8F93-21A5919F200C}" destId="{623D9E0C-B891-4D3E-A77A-A41EA0E8FF10}" srcOrd="0" destOrd="0" presId="urn:microsoft.com/office/officeart/2018/5/layout/CenteredIconLabelDescriptionList"/>
    <dgm:cxn modelId="{7BE0BCA1-C58B-4BB0-9457-ECED14FCB549}" type="presParOf" srcId="{00E33B4D-4264-4980-8F93-21A5919F200C}" destId="{2D86EF31-1BDE-466E-B375-02759AAD0AE8}" srcOrd="1" destOrd="0" presId="urn:microsoft.com/office/officeart/2018/5/layout/CenteredIconLabelDescriptionList"/>
    <dgm:cxn modelId="{212A74DF-9CEC-4AF8-842D-5D873CC60A07}" type="presParOf" srcId="{00E33B4D-4264-4980-8F93-21A5919F200C}" destId="{75D27F4C-97EE-42EF-A6A2-3008B0B3EB97}" srcOrd="2" destOrd="0" presId="urn:microsoft.com/office/officeart/2018/5/layout/CenteredIconLabelDescriptionList"/>
    <dgm:cxn modelId="{5125E7E7-63DF-4C74-A646-91AA0708CB0A}" type="presParOf" srcId="{00E33B4D-4264-4980-8F93-21A5919F200C}" destId="{BF794582-88DC-4E80-A168-B9A0AFB3EA98}" srcOrd="3" destOrd="0" presId="urn:microsoft.com/office/officeart/2018/5/layout/CenteredIconLabelDescriptionList"/>
    <dgm:cxn modelId="{2E42B06F-BBC2-4B88-A07B-72FA0225DB37}" type="presParOf" srcId="{00E33B4D-4264-4980-8F93-21A5919F200C}" destId="{45402F98-16C3-4CA7-BC15-FD43816706C2}" srcOrd="4" destOrd="0" presId="urn:microsoft.com/office/officeart/2018/5/layout/CenteredIconLabelDescriptionList"/>
    <dgm:cxn modelId="{693AC9BA-4D87-4F5E-9EF8-980B073754BE}" type="presParOf" srcId="{AD1D3B55-1939-4081-9E74-236AC61BBA76}" destId="{6EC7F27D-7BD1-4B5D-8CCD-E297FFC999CA}" srcOrd="1" destOrd="0" presId="urn:microsoft.com/office/officeart/2018/5/layout/CenteredIconLabelDescriptionList"/>
    <dgm:cxn modelId="{B691E10D-7A4A-43F3-8C48-AEC1FEEC103A}" type="presParOf" srcId="{AD1D3B55-1939-4081-9E74-236AC61BBA76}" destId="{28F1C470-6404-4C00-AB75-91452938B840}" srcOrd="2" destOrd="0" presId="urn:microsoft.com/office/officeart/2018/5/layout/CenteredIconLabelDescriptionList"/>
    <dgm:cxn modelId="{F0A11308-47EE-43F9-AD7F-B99185AAFD0F}" type="presParOf" srcId="{28F1C470-6404-4C00-AB75-91452938B840}" destId="{CA7C1602-E47E-4225-85FB-A029D5B0E2D0}" srcOrd="0" destOrd="0" presId="urn:microsoft.com/office/officeart/2018/5/layout/CenteredIconLabelDescriptionList"/>
    <dgm:cxn modelId="{B51A00C1-8627-4BFA-BEDD-8BA33AD80792}" type="presParOf" srcId="{28F1C470-6404-4C00-AB75-91452938B840}" destId="{B997F42C-A954-456A-B830-81D1F5AEC190}" srcOrd="1" destOrd="0" presId="urn:microsoft.com/office/officeart/2018/5/layout/CenteredIconLabelDescriptionList"/>
    <dgm:cxn modelId="{4C378470-1868-4F38-9F80-114284801FAB}" type="presParOf" srcId="{28F1C470-6404-4C00-AB75-91452938B840}" destId="{A4C2DB52-52D9-4031-97DE-B06D92006163}" srcOrd="2" destOrd="0" presId="urn:microsoft.com/office/officeart/2018/5/layout/CenteredIconLabelDescriptionList"/>
    <dgm:cxn modelId="{850AFD7C-4385-48E7-A2EE-3C4BDF932E0E}" type="presParOf" srcId="{28F1C470-6404-4C00-AB75-91452938B840}" destId="{FE57734F-E849-4979-AA2F-BAE4F1046E44}" srcOrd="3" destOrd="0" presId="urn:microsoft.com/office/officeart/2018/5/layout/CenteredIconLabelDescriptionList"/>
    <dgm:cxn modelId="{82929396-C5BC-4D1B-970B-F6AD225ACFAD}" type="presParOf" srcId="{28F1C470-6404-4C00-AB75-91452938B840}" destId="{EE28E0D8-69F8-4149-8481-1CD5D19D7E4D}" srcOrd="4" destOrd="0" presId="urn:microsoft.com/office/officeart/2018/5/layout/CenteredIconLabelDescriptionList"/>
    <dgm:cxn modelId="{97A10DF4-3FD1-4E28-A94D-33CAE145713E}" type="presParOf" srcId="{AD1D3B55-1939-4081-9E74-236AC61BBA76}" destId="{2945B9BD-09FF-4089-911E-600660F38249}" srcOrd="3" destOrd="0" presId="urn:microsoft.com/office/officeart/2018/5/layout/CenteredIconLabelDescriptionList"/>
    <dgm:cxn modelId="{6019BBA5-3CCF-43E6-81BF-31472513C576}" type="presParOf" srcId="{AD1D3B55-1939-4081-9E74-236AC61BBA76}" destId="{D5E7A52B-EA6E-4245-8977-221C0F834089}" srcOrd="4" destOrd="0" presId="urn:microsoft.com/office/officeart/2018/5/layout/CenteredIconLabelDescriptionList"/>
    <dgm:cxn modelId="{D1F370E1-C4B9-4E47-A0DF-42DC806CC5D6}" type="presParOf" srcId="{D5E7A52B-EA6E-4245-8977-221C0F834089}" destId="{343E81BB-0AEE-43F4-9895-DA7916ADF8AB}" srcOrd="0" destOrd="0" presId="urn:microsoft.com/office/officeart/2018/5/layout/CenteredIconLabelDescriptionList"/>
    <dgm:cxn modelId="{E2FDC7EC-94E8-433B-841F-C59D688BF933}" type="presParOf" srcId="{D5E7A52B-EA6E-4245-8977-221C0F834089}" destId="{B9911BD1-C221-4D2F-B4D7-FED1369268ED}" srcOrd="1" destOrd="0" presId="urn:microsoft.com/office/officeart/2018/5/layout/CenteredIconLabelDescriptionList"/>
    <dgm:cxn modelId="{56FB8821-01CB-43FB-BFD5-25D699053401}" type="presParOf" srcId="{D5E7A52B-EA6E-4245-8977-221C0F834089}" destId="{A9751ADB-F667-4674-884D-8E30E3BAEBF9}" srcOrd="2" destOrd="0" presId="urn:microsoft.com/office/officeart/2018/5/layout/CenteredIconLabelDescriptionList"/>
    <dgm:cxn modelId="{CD3281C7-697F-47F7-B114-050F03468015}" type="presParOf" srcId="{D5E7A52B-EA6E-4245-8977-221C0F834089}" destId="{7267AA74-B98D-41EE-9051-0028AE6A8702}" srcOrd="3" destOrd="0" presId="urn:microsoft.com/office/officeart/2018/5/layout/CenteredIconLabelDescriptionList"/>
    <dgm:cxn modelId="{14E147A7-AB92-49BB-ABD0-67CC3E9F8D42}" type="presParOf" srcId="{D5E7A52B-EA6E-4245-8977-221C0F834089}" destId="{72381841-0585-482F-BB10-48563F29601E}" srcOrd="4" destOrd="0" presId="urn:microsoft.com/office/officeart/2018/5/layout/CenteredIconLabelDescriptionList"/>
    <dgm:cxn modelId="{10583A5F-45BA-438E-95BD-3E4209CF24D9}" type="presParOf" srcId="{AD1D3B55-1939-4081-9E74-236AC61BBA76}" destId="{9F897F34-FF7E-4DE7-9B07-33233CF3A856}" srcOrd="5" destOrd="0" presId="urn:microsoft.com/office/officeart/2018/5/layout/CenteredIconLabelDescriptionList"/>
    <dgm:cxn modelId="{E4537F1E-52F7-45CA-821F-283C1D40E85D}" type="presParOf" srcId="{AD1D3B55-1939-4081-9E74-236AC61BBA76}" destId="{AA6AE29B-B07C-499E-8E1E-12FB1E4D11A2}" srcOrd="6" destOrd="0" presId="urn:microsoft.com/office/officeart/2018/5/layout/CenteredIconLabelDescriptionList"/>
    <dgm:cxn modelId="{2BE3369B-9A5A-4625-8F25-05E50E3C6E66}" type="presParOf" srcId="{AA6AE29B-B07C-499E-8E1E-12FB1E4D11A2}" destId="{1AD9DBD3-34E8-4972-968C-F76A4AC054A7}" srcOrd="0" destOrd="0" presId="urn:microsoft.com/office/officeart/2018/5/layout/CenteredIconLabelDescriptionList"/>
    <dgm:cxn modelId="{C6285637-BE42-42B8-B756-1C222FB82401}" type="presParOf" srcId="{AA6AE29B-B07C-499E-8E1E-12FB1E4D11A2}" destId="{078CDA56-8816-4F71-BAD0-E34CA5089868}" srcOrd="1" destOrd="0" presId="urn:microsoft.com/office/officeart/2018/5/layout/CenteredIconLabelDescriptionList"/>
    <dgm:cxn modelId="{B33D2BD2-9315-4DC0-B440-DD4C37B8DA71}" type="presParOf" srcId="{AA6AE29B-B07C-499E-8E1E-12FB1E4D11A2}" destId="{0D9E94B0-4F9C-4045-8B84-340E564B3723}" srcOrd="2" destOrd="0" presId="urn:microsoft.com/office/officeart/2018/5/layout/CenteredIconLabelDescriptionList"/>
    <dgm:cxn modelId="{01874C5F-D043-494E-84C1-053287553FA2}" type="presParOf" srcId="{AA6AE29B-B07C-499E-8E1E-12FB1E4D11A2}" destId="{47623864-24A6-44F5-8B71-42E1D2847A7A}" srcOrd="3" destOrd="0" presId="urn:microsoft.com/office/officeart/2018/5/layout/CenteredIconLabelDescriptionList"/>
    <dgm:cxn modelId="{C55449DB-4E75-463D-94F6-DF9D45CE277B}" type="presParOf" srcId="{AA6AE29B-B07C-499E-8E1E-12FB1E4D11A2}" destId="{DFA49420-8604-4A74-9601-0803D43486AD}" srcOrd="4" destOrd="0" presId="urn:microsoft.com/office/officeart/2018/5/layout/CenteredIconLabelDescriptionList"/>
    <dgm:cxn modelId="{6C163633-1A3D-404F-83AC-704EE9ED0DA4}" type="presParOf" srcId="{AD1D3B55-1939-4081-9E74-236AC61BBA76}" destId="{D14AA569-91B8-45CE-A5AB-ECA57AB1A90D}" srcOrd="7" destOrd="0" presId="urn:microsoft.com/office/officeart/2018/5/layout/CenteredIconLabelDescriptionList"/>
    <dgm:cxn modelId="{A95FC22D-6479-4C69-8811-F315602AE188}" type="presParOf" srcId="{AD1D3B55-1939-4081-9E74-236AC61BBA76}" destId="{B54E690E-0148-4D54-AC0D-B0A134B5C218}" srcOrd="8" destOrd="0" presId="urn:microsoft.com/office/officeart/2018/5/layout/CenteredIconLabelDescriptionList"/>
    <dgm:cxn modelId="{EE878E3C-5BCF-44F9-BCBA-F9EB6486B4E3}" type="presParOf" srcId="{B54E690E-0148-4D54-AC0D-B0A134B5C218}" destId="{BF12F8D2-E5D9-4456-A941-0CC7D166265D}" srcOrd="0" destOrd="0" presId="urn:microsoft.com/office/officeart/2018/5/layout/CenteredIconLabelDescriptionList"/>
    <dgm:cxn modelId="{F64082AF-59F0-44A2-BB0D-BF655A75AC6F}" type="presParOf" srcId="{B54E690E-0148-4D54-AC0D-B0A134B5C218}" destId="{24B0E2CA-52FA-4464-A7FC-383095C44943}" srcOrd="1" destOrd="0" presId="urn:microsoft.com/office/officeart/2018/5/layout/CenteredIconLabelDescriptionList"/>
    <dgm:cxn modelId="{68D27B09-0110-462D-A67A-4058DD6C2925}" type="presParOf" srcId="{B54E690E-0148-4D54-AC0D-B0A134B5C218}" destId="{EAE4784C-3B3A-4249-A128-4E8D6DC5AE55}" srcOrd="2" destOrd="0" presId="urn:microsoft.com/office/officeart/2018/5/layout/CenteredIconLabelDescriptionList"/>
    <dgm:cxn modelId="{A4080281-92A5-4A32-B7F9-8E2D6983C13A}" type="presParOf" srcId="{B54E690E-0148-4D54-AC0D-B0A134B5C218}" destId="{F76DEA82-0193-40C9-9CA2-A14D125AE9FD}" srcOrd="3" destOrd="0" presId="urn:microsoft.com/office/officeart/2018/5/layout/CenteredIconLabelDescriptionList"/>
    <dgm:cxn modelId="{53CA23D0-0045-40A2-A30E-34434C13074B}" type="presParOf" srcId="{B54E690E-0148-4D54-AC0D-B0A134B5C218}" destId="{8A9B6B5F-514D-4D01-82DA-47071CA705B0}"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3D9E0C-B891-4D3E-A77A-A41EA0E8FF10}">
      <dsp:nvSpPr>
        <dsp:cNvPr id="0" name=""/>
        <dsp:cNvSpPr/>
      </dsp:nvSpPr>
      <dsp:spPr>
        <a:xfrm>
          <a:off x="627750" y="1058130"/>
          <a:ext cx="670359" cy="6703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D27F4C-97EE-42EF-A6A2-3008B0B3EB97}">
      <dsp:nvSpPr>
        <dsp:cNvPr id="0" name=""/>
        <dsp:cNvSpPr/>
      </dsp:nvSpPr>
      <dsp:spPr>
        <a:xfrm>
          <a:off x="5273" y="1817781"/>
          <a:ext cx="1915312" cy="28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Project Goal</a:t>
          </a:r>
        </a:p>
      </dsp:txBody>
      <dsp:txXfrm>
        <a:off x="5273" y="1817781"/>
        <a:ext cx="1915312" cy="287296"/>
      </dsp:txXfrm>
    </dsp:sp>
    <dsp:sp modelId="{45402F98-16C3-4CA7-BC15-FD43816706C2}">
      <dsp:nvSpPr>
        <dsp:cNvPr id="0" name=""/>
        <dsp:cNvSpPr/>
      </dsp:nvSpPr>
      <dsp:spPr>
        <a:xfrm>
          <a:off x="5273" y="2146609"/>
          <a:ext cx="1915312" cy="988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Predict assessed tax value of properties using Zillow dataset</a:t>
          </a:r>
        </a:p>
        <a:p>
          <a:pPr marL="0" lvl="0" indent="0" algn="ctr" defTabSz="488950">
            <a:lnSpc>
              <a:spcPct val="90000"/>
            </a:lnSpc>
            <a:spcBef>
              <a:spcPct val="0"/>
            </a:spcBef>
            <a:spcAft>
              <a:spcPct val="35000"/>
            </a:spcAft>
            <a:buNone/>
          </a:pPr>
          <a:r>
            <a:rPr lang="en-US" sz="1100" kern="1200"/>
            <a:t>Approach as a real estate data science problem</a:t>
          </a:r>
        </a:p>
      </dsp:txBody>
      <dsp:txXfrm>
        <a:off x="5273" y="2146609"/>
        <a:ext cx="1915312" cy="988065"/>
      </dsp:txXfrm>
    </dsp:sp>
    <dsp:sp modelId="{CA7C1602-E47E-4225-85FB-A029D5B0E2D0}">
      <dsp:nvSpPr>
        <dsp:cNvPr id="0" name=""/>
        <dsp:cNvSpPr/>
      </dsp:nvSpPr>
      <dsp:spPr>
        <a:xfrm>
          <a:off x="2878242" y="1058130"/>
          <a:ext cx="670359" cy="6703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C2DB52-52D9-4031-97DE-B06D92006163}">
      <dsp:nvSpPr>
        <dsp:cNvPr id="0" name=""/>
        <dsp:cNvSpPr/>
      </dsp:nvSpPr>
      <dsp:spPr>
        <a:xfrm>
          <a:off x="2255766" y="1817781"/>
          <a:ext cx="1915312" cy="28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Data Preparation</a:t>
          </a:r>
        </a:p>
      </dsp:txBody>
      <dsp:txXfrm>
        <a:off x="2255766" y="1817781"/>
        <a:ext cx="1915312" cy="287296"/>
      </dsp:txXfrm>
    </dsp:sp>
    <dsp:sp modelId="{EE28E0D8-69F8-4149-8481-1CD5D19D7E4D}">
      <dsp:nvSpPr>
        <dsp:cNvPr id="0" name=""/>
        <dsp:cNvSpPr/>
      </dsp:nvSpPr>
      <dsp:spPr>
        <a:xfrm>
          <a:off x="2255766" y="2146609"/>
          <a:ext cx="1915312" cy="988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Extensive data cleaning and imputation</a:t>
          </a:r>
        </a:p>
        <a:p>
          <a:pPr marL="0" lvl="0" indent="0" algn="ctr" defTabSz="488950">
            <a:lnSpc>
              <a:spcPct val="90000"/>
            </a:lnSpc>
            <a:spcBef>
              <a:spcPct val="0"/>
            </a:spcBef>
            <a:spcAft>
              <a:spcPct val="35000"/>
            </a:spcAft>
            <a:buNone/>
          </a:pPr>
          <a:r>
            <a:rPr lang="en-US" sz="1100" kern="1200"/>
            <a:t>Feature engineering to improve data quality</a:t>
          </a:r>
        </a:p>
      </dsp:txBody>
      <dsp:txXfrm>
        <a:off x="2255766" y="2146609"/>
        <a:ext cx="1915312" cy="988065"/>
      </dsp:txXfrm>
    </dsp:sp>
    <dsp:sp modelId="{343E81BB-0AEE-43F4-9895-DA7916ADF8AB}">
      <dsp:nvSpPr>
        <dsp:cNvPr id="0" name=""/>
        <dsp:cNvSpPr/>
      </dsp:nvSpPr>
      <dsp:spPr>
        <a:xfrm>
          <a:off x="5128734" y="1058130"/>
          <a:ext cx="670359" cy="6703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751ADB-F667-4674-884D-8E30E3BAEBF9}">
      <dsp:nvSpPr>
        <dsp:cNvPr id="0" name=""/>
        <dsp:cNvSpPr/>
      </dsp:nvSpPr>
      <dsp:spPr>
        <a:xfrm>
          <a:off x="4506258" y="1817781"/>
          <a:ext cx="1915312" cy="28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Model Evaluation</a:t>
          </a:r>
        </a:p>
      </dsp:txBody>
      <dsp:txXfrm>
        <a:off x="4506258" y="1817781"/>
        <a:ext cx="1915312" cy="287296"/>
      </dsp:txXfrm>
    </dsp:sp>
    <dsp:sp modelId="{72381841-0585-482F-BB10-48563F29601E}">
      <dsp:nvSpPr>
        <dsp:cNvPr id="0" name=""/>
        <dsp:cNvSpPr/>
      </dsp:nvSpPr>
      <dsp:spPr>
        <a:xfrm>
          <a:off x="4506258" y="2146609"/>
          <a:ext cx="1915312" cy="988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Multiple models evaluated including linear regressions and ensemble methods</a:t>
          </a:r>
        </a:p>
        <a:p>
          <a:pPr marL="0" lvl="0" indent="0" algn="ctr" defTabSz="488950">
            <a:lnSpc>
              <a:spcPct val="90000"/>
            </a:lnSpc>
            <a:spcBef>
              <a:spcPct val="0"/>
            </a:spcBef>
            <a:spcAft>
              <a:spcPct val="35000"/>
            </a:spcAft>
            <a:buNone/>
          </a:pPr>
          <a:r>
            <a:rPr lang="en-US" sz="1100" kern="1200"/>
            <a:t>Gradient Boosting Regressor emerged as top-performing model</a:t>
          </a:r>
        </a:p>
      </dsp:txBody>
      <dsp:txXfrm>
        <a:off x="4506258" y="2146609"/>
        <a:ext cx="1915312" cy="988065"/>
      </dsp:txXfrm>
    </dsp:sp>
    <dsp:sp modelId="{1AD9DBD3-34E8-4972-968C-F76A4AC054A7}">
      <dsp:nvSpPr>
        <dsp:cNvPr id="0" name=""/>
        <dsp:cNvSpPr/>
      </dsp:nvSpPr>
      <dsp:spPr>
        <a:xfrm>
          <a:off x="7379227" y="1058130"/>
          <a:ext cx="670359" cy="6703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9E94B0-4F9C-4045-8B84-340E564B3723}">
      <dsp:nvSpPr>
        <dsp:cNvPr id="0" name=""/>
        <dsp:cNvSpPr/>
      </dsp:nvSpPr>
      <dsp:spPr>
        <a:xfrm>
          <a:off x="6756750" y="1817781"/>
          <a:ext cx="1915312" cy="28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Key Findings</a:t>
          </a:r>
        </a:p>
      </dsp:txBody>
      <dsp:txXfrm>
        <a:off x="6756750" y="1817781"/>
        <a:ext cx="1915312" cy="287296"/>
      </dsp:txXfrm>
    </dsp:sp>
    <dsp:sp modelId="{DFA49420-8604-4A74-9601-0803D43486AD}">
      <dsp:nvSpPr>
        <dsp:cNvPr id="0" name=""/>
        <dsp:cNvSpPr/>
      </dsp:nvSpPr>
      <dsp:spPr>
        <a:xfrm>
          <a:off x="6756750" y="2146609"/>
          <a:ext cx="1915312" cy="988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Square footage and location-based variables were most predictive</a:t>
          </a:r>
        </a:p>
      </dsp:txBody>
      <dsp:txXfrm>
        <a:off x="6756750" y="2146609"/>
        <a:ext cx="1915312" cy="988065"/>
      </dsp:txXfrm>
    </dsp:sp>
    <dsp:sp modelId="{BF12F8D2-E5D9-4456-A941-0CC7D166265D}">
      <dsp:nvSpPr>
        <dsp:cNvPr id="0" name=""/>
        <dsp:cNvSpPr/>
      </dsp:nvSpPr>
      <dsp:spPr>
        <a:xfrm>
          <a:off x="9629719" y="1058130"/>
          <a:ext cx="670359" cy="67035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E4784C-3B3A-4249-A128-4E8D6DC5AE55}">
      <dsp:nvSpPr>
        <dsp:cNvPr id="0" name=""/>
        <dsp:cNvSpPr/>
      </dsp:nvSpPr>
      <dsp:spPr>
        <a:xfrm>
          <a:off x="9007242" y="1817781"/>
          <a:ext cx="1915312" cy="287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sz="1400" kern="1200"/>
            <a:t>Business Applications</a:t>
          </a:r>
        </a:p>
      </dsp:txBody>
      <dsp:txXfrm>
        <a:off x="9007242" y="1817781"/>
        <a:ext cx="1915312" cy="287296"/>
      </dsp:txXfrm>
    </dsp:sp>
    <dsp:sp modelId="{8A9B6B5F-514D-4D01-82DA-47071CA705B0}">
      <dsp:nvSpPr>
        <dsp:cNvPr id="0" name=""/>
        <dsp:cNvSpPr/>
      </dsp:nvSpPr>
      <dsp:spPr>
        <a:xfrm>
          <a:off x="9007242" y="2146609"/>
          <a:ext cx="1915312" cy="98806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591CE2-C765-4CE7-867E-87C02B29D3DA}"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267EE6-2C8E-45F9-A373-ECF5B7A3778C}" type="slidenum">
              <a:rPr lang="en-US" smtClean="0"/>
              <a:t>‹#›</a:t>
            </a:fld>
            <a:endParaRPr lang="en-US"/>
          </a:p>
        </p:txBody>
      </p:sp>
    </p:spTree>
    <p:extLst>
      <p:ext uri="{BB962C8B-B14F-4D97-AF65-F5344CB8AC3E}">
        <p14:creationId xmlns:p14="http://schemas.microsoft.com/office/powerpoint/2010/main" val="1803500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was automatically generated by PowerPoint Copilot based on content found in this document:
https://1drv.ms/w/s!AnHXad6kdLK2761YHo4vQISR0hoNzg?e=COyH9l"
AI-generated content may be incorrect.</a:t>
            </a:r>
          </a:p>
        </p:txBody>
      </p:sp>
      <p:sp>
        <p:nvSpPr>
          <p:cNvPr id="4" name="Slide Number Placeholder 3"/>
          <p:cNvSpPr>
            <a:spLocks noGrp="1"/>
          </p:cNvSpPr>
          <p:nvPr>
            <p:ph type="sldNum" sz="quarter" idx="5"/>
          </p:nvPr>
        </p:nvSpPr>
        <p:spPr/>
        <p:txBody>
          <a:bodyPr/>
          <a:lstStyle/>
          <a:p>
            <a:fld id="{6A4BA54A-C9C5-4074-BB82-2C86F714589F}" type="slidenum">
              <a:rPr lang="en-US" smtClean="0"/>
              <a:t>1</a:t>
            </a:fld>
            <a:endParaRPr lang="en-US"/>
          </a:p>
        </p:txBody>
      </p:sp>
    </p:spTree>
    <p:extLst>
      <p:ext uri="{BB962C8B-B14F-4D97-AF65-F5344CB8AC3E}">
        <p14:creationId xmlns:p14="http://schemas.microsoft.com/office/powerpoint/2010/main" val="3267291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project aimed to predict property tax values using Zillow data. We cleaned and engineered the dataset, evaluated multiple models, and found Gradient Boosting Regressor to be the best. Key predictors included square footage and location. The project has applications in real estate valuation and investment tools.
Original Content:
The goal of this project was to predict the assessed tax value of properties using a cleaned and engineered subset of the Zillow housing dataset. By approaching this as a real estate data science problem, we aimed to build a regression model that could accurately forecast property value based on structural and geographic attributes. We performed extensive data cleaning, imputation, and feature engineering to improve data quality. Multiple models were evaluated, including linear regressions and ensemble methods. Gradient Boosting Regressor emerged as the top-performing model with a log-transformed RMSE of 0.6121 and a final test RMSE of $287,882.76. We found that square footage and location-based variables were the most predictive, while engineered features such as sqft_per_bedroom and latitude-longitude interactions enhanced performance. Overall, this project showcases a reproducible and scalable pipeline for tax value prediction, with potential business applications in real estate valuation tools and property investment recommendations.
</a:t>
            </a:r>
          </a:p>
        </p:txBody>
      </p:sp>
      <p:sp>
        <p:nvSpPr>
          <p:cNvPr id="4" name="Slide Number Placeholder 3"/>
          <p:cNvSpPr>
            <a:spLocks noGrp="1"/>
          </p:cNvSpPr>
          <p:nvPr>
            <p:ph type="sldNum" sz="quarter" idx="5"/>
          </p:nvPr>
        </p:nvSpPr>
        <p:spPr/>
        <p:txBody>
          <a:bodyPr/>
          <a:lstStyle/>
          <a:p>
            <a:fld id="{6A4BA54A-C9C5-4074-BB82-2C86F714589F}" type="slidenum">
              <a:rPr lang="en-US" smtClean="0"/>
              <a:t>2</a:t>
            </a:fld>
            <a:endParaRPr lang="en-US"/>
          </a:p>
        </p:txBody>
      </p:sp>
    </p:spTree>
    <p:extLst>
      <p:ext uri="{BB962C8B-B14F-4D97-AF65-F5344CB8AC3E}">
        <p14:creationId xmlns:p14="http://schemas.microsoft.com/office/powerpoint/2010/main" val="3712692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competitive real estate market, accurate valuation models are vital for analytics and customer tools. Our data science team aimed to improve property tax value predictions using a Zillow dataset. The project involved cleaning, preprocessing, and applying regression techniques to create a reliable model. The goal was to identify high-value homes, correct errors, and support marketing and pricing strategies.
Original Content:
In the competitive landscape of real estate, accurate valuation models are crucial for both internal analytics and customer-facing tools. Our in-house data science team was tasked with enhancing the accuracy of property tax value predictions, based on a raw Zillow dataset containing structural, geographical, and categorical property features. The project’s objective was to clean and preprocess this dataset, explore its structure, and apply modern regression techniques to create a reliable, interpretable prediction model. The primary business goal was to identify high-value homes, correct valuation errors, and support strategic marketing and pricing decisions.
</a:t>
            </a:r>
          </a:p>
        </p:txBody>
      </p:sp>
      <p:sp>
        <p:nvSpPr>
          <p:cNvPr id="4" name="Slide Number Placeholder 3"/>
          <p:cNvSpPr>
            <a:spLocks noGrp="1"/>
          </p:cNvSpPr>
          <p:nvPr>
            <p:ph type="sldNum" sz="quarter" idx="5"/>
          </p:nvPr>
        </p:nvSpPr>
        <p:spPr/>
        <p:txBody>
          <a:bodyPr/>
          <a:lstStyle/>
          <a:p>
            <a:fld id="{6A4BA54A-C9C5-4074-BB82-2C86F714589F}" type="slidenum">
              <a:rPr lang="en-US" smtClean="0"/>
              <a:t>3</a:t>
            </a:fld>
            <a:endParaRPr lang="en-US"/>
          </a:p>
        </p:txBody>
      </p:sp>
    </p:spTree>
    <p:extLst>
      <p:ext uri="{BB962C8B-B14F-4D97-AF65-F5344CB8AC3E}">
        <p14:creationId xmlns:p14="http://schemas.microsoft.com/office/powerpoint/2010/main" val="2389011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dataset from Boston University contains 77,613 property records with 55 features. The target variable, taxvaluedollarcnt, has a skewed distribution. Missing values were prevalent in some features. After preprocessing, the dataset was reduced to 75,969 samples and 33 features, with no missing values.
Original Content:
The dataset, sourced from a condensed version of the 2017 Zillow Million Dollar Prize dataset provided by Boston University, contains 77,613 property records with 55 features, including numeric (e.g., bedroomcnt, yearbuilt), categorical (e.g., propertycountylandusecode), and geographic (e.g., latitude, longitude) variables. The target, taxvaluedollarcnt, is numeric with a skewed distribution (mean $490,151, max $49M). Missing values were prevalent, with features like basementsqft (99.94% missing) and fireplacecnt (89.32% missing) posing challenges. After preprocessing, the dataset was reduced to 75,969 samples and 33 features (including engineered ones), with no missing values, ensuring suitability for regression modeling.
</a:t>
            </a:r>
          </a:p>
        </p:txBody>
      </p:sp>
      <p:sp>
        <p:nvSpPr>
          <p:cNvPr id="4" name="Slide Number Placeholder 3"/>
          <p:cNvSpPr>
            <a:spLocks noGrp="1"/>
          </p:cNvSpPr>
          <p:nvPr>
            <p:ph type="sldNum" sz="quarter" idx="5"/>
          </p:nvPr>
        </p:nvSpPr>
        <p:spPr/>
        <p:txBody>
          <a:bodyPr/>
          <a:lstStyle/>
          <a:p>
            <a:fld id="{6A4BA54A-C9C5-4074-BB82-2C86F714589F}" type="slidenum">
              <a:rPr lang="en-US" smtClean="0"/>
              <a:t>4</a:t>
            </a:fld>
            <a:endParaRPr lang="en-US"/>
          </a:p>
        </p:txBody>
      </p:sp>
    </p:spTree>
    <p:extLst>
      <p:ext uri="{BB962C8B-B14F-4D97-AF65-F5344CB8AC3E}">
        <p14:creationId xmlns:p14="http://schemas.microsoft.com/office/powerpoint/2010/main" val="474456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used regression modeling with RMSE as the error metric for property valuation. Cross-validation with 5 folds and 5 repeats ensured reliable performance and reduced overfitting. Hyperparameter tuning was guided by validation curves using GridSearchCV, balancing bias and variance for optimal results.
Original Content:
We adopted a rigorous analytical framework centered on regression modeling, using RMSE as the primary error metric due to its sensitivity to large errors, crucial for property valuation. Repeated cross-validation (5 folds, 5 repeats) ensured reliable performance estimates, mitigating overfitting risks. Validation curves, generated via GridSearchCV, guided hyperparameter tuning by visualizing the impact of parameters like learning_rate and n_estimators on model performance, balancing bias and variance for optimal generalization
</a:t>
            </a:r>
          </a:p>
        </p:txBody>
      </p:sp>
      <p:sp>
        <p:nvSpPr>
          <p:cNvPr id="4" name="Slide Number Placeholder 3"/>
          <p:cNvSpPr>
            <a:spLocks noGrp="1"/>
          </p:cNvSpPr>
          <p:nvPr>
            <p:ph type="sldNum" sz="quarter" idx="5"/>
          </p:nvPr>
        </p:nvSpPr>
        <p:spPr/>
        <p:txBody>
          <a:bodyPr/>
          <a:lstStyle/>
          <a:p>
            <a:fld id="{6A4BA54A-C9C5-4074-BB82-2C86F714589F}" type="slidenum">
              <a:rPr lang="en-US" smtClean="0"/>
              <a:t>5</a:t>
            </a:fld>
            <a:endParaRPr lang="en-US"/>
          </a:p>
        </p:txBody>
      </p:sp>
    </p:spTree>
    <p:extLst>
      <p:ext uri="{BB962C8B-B14F-4D97-AF65-F5344CB8AC3E}">
        <p14:creationId xmlns:p14="http://schemas.microsoft.com/office/powerpoint/2010/main" val="3518931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raw dataset had issues like high missingness and outliers. We removed features with &gt;80% missing values and applied milder outlier removal. Imputation techniques and label encoding were used to maintain data integrity. Adjustments were made to improve predictive range for luxury homes.
Original Content:
The raw dataset presented issues like high missingness (e.g., basementsqft 99.94% missing) and outliers in taxvaluedollarcnt (max $49M vs. median $358K). We dropped features with &gt;80% missing values to avoid unreliable imputation, removed samples with null targets or &gt;50% missing features, and applied milder outlier removal (0.5th–99.5th percentiles) to preserve high-value properties. Median imputation for numeric features and most-frequent for categorical features addressed skewness and maintained data integrity. Label encoding transformed categorical features like propertycountylandusecode. These steps worked well to create a clean dataset, though strict outlier removal initially reduced predictive range for luxury homes, later adjusted.
</a:t>
            </a:r>
          </a:p>
        </p:txBody>
      </p:sp>
      <p:sp>
        <p:nvSpPr>
          <p:cNvPr id="4" name="Slide Number Placeholder 3"/>
          <p:cNvSpPr>
            <a:spLocks noGrp="1"/>
          </p:cNvSpPr>
          <p:nvPr>
            <p:ph type="sldNum" sz="quarter" idx="5"/>
          </p:nvPr>
        </p:nvSpPr>
        <p:spPr/>
        <p:txBody>
          <a:bodyPr/>
          <a:lstStyle/>
          <a:p>
            <a:fld id="{6A4BA54A-C9C5-4074-BB82-2C86F714589F}" type="slidenum">
              <a:rPr lang="en-US" smtClean="0"/>
              <a:t>6</a:t>
            </a:fld>
            <a:endParaRPr lang="en-US"/>
          </a:p>
        </p:txBody>
      </p:sp>
    </p:spTree>
    <p:extLst>
      <p:ext uri="{BB962C8B-B14F-4D97-AF65-F5344CB8AC3E}">
        <p14:creationId xmlns:p14="http://schemas.microsoft.com/office/powerpoint/2010/main" val="935108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engineered features to capture non-linear and contextual relationships, such as bath_bed_interaction and yearbuilt_squared. EDA insights and domain knowledge guided our choices. While some features proved valuable, others were less impactful. Log-transforming the target improved model stability.
Original Content:
We engineered features to capture non-linear and contextual relationships: bath_bed_interaction (bathroomcnt * bedroomcnt) for livability, yearbuilt_squared for non-linear age effects, sqft_per_bedroom for space efficiency, and lat_lon_interaction for location synergy. These were chosen based on EDA insights (e.g., high F-values for finishedsquarefeet12) and domain knowledge of property value drivers. sqft_per_bedroom and yearbuilt_squared proved valuable (retained in top features), but bath_bed_interaction was less impactful, possibly redundant with raw features. Log-transforming the target addressed skewness, improving model stability, though further geographic interactions could enhance performance.
</a:t>
            </a:r>
          </a:p>
        </p:txBody>
      </p:sp>
      <p:sp>
        <p:nvSpPr>
          <p:cNvPr id="4" name="Slide Number Placeholder 3"/>
          <p:cNvSpPr>
            <a:spLocks noGrp="1"/>
          </p:cNvSpPr>
          <p:nvPr>
            <p:ph type="sldNum" sz="quarter" idx="5"/>
          </p:nvPr>
        </p:nvSpPr>
        <p:spPr/>
        <p:txBody>
          <a:bodyPr/>
          <a:lstStyle/>
          <a:p>
            <a:fld id="{6A4BA54A-C9C5-4074-BB82-2C86F714589F}" type="slidenum">
              <a:rPr lang="en-US" smtClean="0"/>
              <a:t>7</a:t>
            </a:fld>
            <a:endParaRPr lang="en-US"/>
          </a:p>
        </p:txBody>
      </p:sp>
    </p:spTree>
    <p:extLst>
      <p:ext uri="{BB962C8B-B14F-4D97-AF65-F5344CB8AC3E}">
        <p14:creationId xmlns:p14="http://schemas.microsoft.com/office/powerpoint/2010/main" val="1819060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project aimed to predict property tax values using Zillow data. We cleaned and engineered the dataset, evaluated multiple models, and found Gradient Boosting Regressor to be the best. Key predictors included square footage and location. This pipeline has business applications in real estate valuation and investment.
Original Content:
The goal of this project was to predict the assessed tax value of properties using a cleaned and engineered subset of the Zillow housing dataset. By approaching this as a real estate data science problem, we aimed to build a regression model that could accurately forecast property value based on structural and geographic attributes. We performed extensive data cleaning, imputation, and feature engineering to improve data quality. Multiple models were evaluated, including linear regressions and ensemble methods. Gradient Boosting Regressor emerged as the top-performing model with a log-transformed RMSE of 0.6121 and a final test RMSE of $287,882.76. We found that square footage and location-based variables were the most predictive, while engineered features such as sqft_per_bedroom and latitude-longitude interactions enhanced performance. Overall, this project showcases a reproducible and scalable pipeline for tax value prediction, with potential business applications in real estate valuation tools and property investment recommendations.
</a:t>
            </a:r>
          </a:p>
        </p:txBody>
      </p:sp>
      <p:sp>
        <p:nvSpPr>
          <p:cNvPr id="4" name="Slide Number Placeholder 3"/>
          <p:cNvSpPr>
            <a:spLocks noGrp="1"/>
          </p:cNvSpPr>
          <p:nvPr>
            <p:ph type="sldNum" sz="quarter" idx="5"/>
          </p:nvPr>
        </p:nvSpPr>
        <p:spPr/>
        <p:txBody>
          <a:bodyPr/>
          <a:lstStyle/>
          <a:p>
            <a:fld id="{6A4BA54A-C9C5-4074-BB82-2C86F714589F}" type="slidenum">
              <a:rPr lang="en-US" smtClean="0"/>
              <a:t>8</a:t>
            </a:fld>
            <a:endParaRPr lang="en-US"/>
          </a:p>
        </p:txBody>
      </p:sp>
    </p:spTree>
    <p:extLst>
      <p:ext uri="{BB962C8B-B14F-4D97-AF65-F5344CB8AC3E}">
        <p14:creationId xmlns:p14="http://schemas.microsoft.com/office/powerpoint/2010/main" val="2675007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predictive features include finished square feet, calculated finished square feet, latitude, longitude, and square footage per bedroom. Square footage and spatial location are highly predictive, and engineered features like square footage per bedroom are validated.
Original Content:
- finishedsquarefeet12
- calculatedfinishedsquarefeet
- latitude
- longitude
- sqft_per_bedroom
These results suggest square footage and spatial location remain the most predictive. Engineered features like sqft_per_bedroom also ranked high, validating their inclusion.
</a:t>
            </a:r>
          </a:p>
        </p:txBody>
      </p:sp>
      <p:sp>
        <p:nvSpPr>
          <p:cNvPr id="4" name="Slide Number Placeholder 3"/>
          <p:cNvSpPr>
            <a:spLocks noGrp="1"/>
          </p:cNvSpPr>
          <p:nvPr>
            <p:ph type="sldNum" sz="quarter" idx="5"/>
          </p:nvPr>
        </p:nvSpPr>
        <p:spPr/>
        <p:txBody>
          <a:bodyPr/>
          <a:lstStyle/>
          <a:p>
            <a:fld id="{6A4BA54A-C9C5-4074-BB82-2C86F714589F}" type="slidenum">
              <a:rPr lang="en-US" smtClean="0"/>
              <a:t>9</a:t>
            </a:fld>
            <a:endParaRPr lang="en-US"/>
          </a:p>
        </p:txBody>
      </p:sp>
    </p:spTree>
    <p:extLst>
      <p:ext uri="{BB962C8B-B14F-4D97-AF65-F5344CB8AC3E}">
        <p14:creationId xmlns:p14="http://schemas.microsoft.com/office/powerpoint/2010/main" val="506642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Gradient Boosting Regressor model has a log-transformed RMSE of 0.6121 ± 0.0044. Key parameters include 470 estimators, a learning rate of 0.1, a max depth of 3, and 9 max features.
Original Content:
- Gradient Boosting Regressor
- RMSE (Log-Transformed): 0.6121 ± 0.0044
- Parameters: n_estimators=470, learning_rate=0.1, max_depth=3, max_features=9
</a:t>
            </a:r>
          </a:p>
        </p:txBody>
      </p:sp>
      <p:sp>
        <p:nvSpPr>
          <p:cNvPr id="4" name="Slide Number Placeholder 3"/>
          <p:cNvSpPr>
            <a:spLocks noGrp="1"/>
          </p:cNvSpPr>
          <p:nvPr>
            <p:ph type="sldNum" sz="quarter" idx="5"/>
          </p:nvPr>
        </p:nvSpPr>
        <p:spPr/>
        <p:txBody>
          <a:bodyPr/>
          <a:lstStyle/>
          <a:p>
            <a:fld id="{6A4BA54A-C9C5-4074-BB82-2C86F714589F}" type="slidenum">
              <a:rPr lang="en-US" smtClean="0"/>
              <a:t>10</a:t>
            </a:fld>
            <a:endParaRPr lang="en-US"/>
          </a:p>
        </p:txBody>
      </p:sp>
    </p:spTree>
    <p:extLst>
      <p:ext uri="{BB962C8B-B14F-4D97-AF65-F5344CB8AC3E}">
        <p14:creationId xmlns:p14="http://schemas.microsoft.com/office/powerpoint/2010/main" val="2140022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team aimed to improve property tax value predictions using a Zillow dataset. We focused on reducing errors, especially for high-value properties, and addressing noise in less represented zip codes. Accurate valuation models are vital for analytics and customer tools, helping identify high-value homes and support strategic decisions.
Original Content:
- Residuals showed slightly higher errors for properties above $2M, consistent with the presence of fewer training examples in that range.
- Some noise remains in zip codes with less representation, indicating a potential for grouped encoding or smooth techniques
In the competitive landscape of real estate, accurate valuation models are crucial for both internal analytics and customer-facing tools. Our in-house data science team was tasked with enhancing the accuracy of property tax value predictions, based on a raw Zillow dataset containing structural, geographical, and categorical property features. The project’s objective was to clean and preprocess this dataset, explore its structure, and apply modern regression techniques to create a reliable, interpretable prediction model. The primary business goal was to identify high-value homes, correct valuation errors, and support strategic marketing and pricing decisions.
</a:t>
            </a:r>
          </a:p>
        </p:txBody>
      </p:sp>
      <p:sp>
        <p:nvSpPr>
          <p:cNvPr id="4" name="Slide Number Placeholder 3"/>
          <p:cNvSpPr>
            <a:spLocks noGrp="1"/>
          </p:cNvSpPr>
          <p:nvPr>
            <p:ph type="sldNum" sz="quarter" idx="5"/>
          </p:nvPr>
        </p:nvSpPr>
        <p:spPr/>
        <p:txBody>
          <a:bodyPr/>
          <a:lstStyle/>
          <a:p>
            <a:fld id="{6A4BA54A-C9C5-4074-BB82-2C86F714589F}" type="slidenum">
              <a:rPr lang="en-US" smtClean="0"/>
              <a:t>11</a:t>
            </a:fld>
            <a:endParaRPr lang="en-US"/>
          </a:p>
        </p:txBody>
      </p:sp>
    </p:spTree>
    <p:extLst>
      <p:ext uri="{BB962C8B-B14F-4D97-AF65-F5344CB8AC3E}">
        <p14:creationId xmlns:p14="http://schemas.microsoft.com/office/powerpoint/2010/main" val="2858294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developed a regression model to predict property values, achieving a test RMSE of $287,882.76. Our workflow included strong preprocessing, feature design, and model selection. This model supports better pricing strategies and consumer tools. Limitations include noise in high-end properties and lack of temporal features. Future improvements could involve spatial clustering, ensemble blending, and explainable AI tools.
Original Content:
We successfully developed a high-performing regression model to predict tax-assessed property values, achieving a test RMSE of $287,882.76. Our workflow emphasized strong preprocessing, engineered feature design, and thoughtful model selection. This work provides a foundation for Zillow-like valuation systems, supporting better pricing strategies and consumer tools. Limitations include persistent noise in high-end properties and lack of temporal features (e.g., sales year). Future improvements could include incorporating spatial clustering (e.g., KNN or region embeddings), using ensemble blending, or deploying explainable AI tools like SHAP to refine feature insights and improve stakeholder trust.
</a:t>
            </a:r>
          </a:p>
        </p:txBody>
      </p:sp>
      <p:sp>
        <p:nvSpPr>
          <p:cNvPr id="4" name="Slide Number Placeholder 3"/>
          <p:cNvSpPr>
            <a:spLocks noGrp="1"/>
          </p:cNvSpPr>
          <p:nvPr>
            <p:ph type="sldNum" sz="quarter" idx="5"/>
          </p:nvPr>
        </p:nvSpPr>
        <p:spPr/>
        <p:txBody>
          <a:bodyPr/>
          <a:lstStyle/>
          <a:p>
            <a:fld id="{6A4BA54A-C9C5-4074-BB82-2C86F714589F}" type="slidenum">
              <a:rPr lang="en-US" smtClean="0"/>
              <a:t>12</a:t>
            </a:fld>
            <a:endParaRPr lang="en-US"/>
          </a:p>
        </p:txBody>
      </p:sp>
    </p:spTree>
    <p:extLst>
      <p:ext uri="{BB962C8B-B14F-4D97-AF65-F5344CB8AC3E}">
        <p14:creationId xmlns:p14="http://schemas.microsoft.com/office/powerpoint/2010/main" val="3878366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DF943-0B62-7164-7304-442F0B1A33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D3A668-1CE1-6D22-107D-C0B6799698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882C97-2CCB-E88B-4BDB-3918D2C9FB5A}"/>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5" name="Footer Placeholder 4">
            <a:extLst>
              <a:ext uri="{FF2B5EF4-FFF2-40B4-BE49-F238E27FC236}">
                <a16:creationId xmlns:a16="http://schemas.microsoft.com/office/drawing/2014/main" id="{C0DAB11C-FBE5-D3C3-009C-46FE643AED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AE8211-D4B9-8E6F-5D29-C2F4F0052904}"/>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3458902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E2A6-6B0F-B143-4DDB-2659142DBA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7610E0-80A0-6C69-FF59-513CD5411C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326391-DA41-6E47-E44F-ADFF3890324D}"/>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5" name="Footer Placeholder 4">
            <a:extLst>
              <a:ext uri="{FF2B5EF4-FFF2-40B4-BE49-F238E27FC236}">
                <a16:creationId xmlns:a16="http://schemas.microsoft.com/office/drawing/2014/main" id="{DE9FBFC8-3A77-7F17-351D-6187145D3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8CD1FA-079E-7E6E-9E55-B2DAD24243FB}"/>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499537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40EE1-8DF0-1081-0786-C1B8AE2276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709D4B-DFD2-F589-469C-BA9103D576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0EDF1-FEA1-6968-696E-7BEA43015278}"/>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5" name="Footer Placeholder 4">
            <a:extLst>
              <a:ext uri="{FF2B5EF4-FFF2-40B4-BE49-F238E27FC236}">
                <a16:creationId xmlns:a16="http://schemas.microsoft.com/office/drawing/2014/main" id="{A73E0257-2A8C-B9EE-17ED-ED5AF0536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E4FA9-CC16-527E-6587-07BEA6FA4E7E}"/>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3997037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5EDB5-98F8-1F96-B34F-FA6EE563C2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D51858-20E3-7C9E-D7E1-5C65D70807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D17E44-0C91-573E-2D93-239BAC9B31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345C6E-1134-067D-669F-5BAD98E06A26}"/>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6" name="Footer Placeholder 5">
            <a:extLst>
              <a:ext uri="{FF2B5EF4-FFF2-40B4-BE49-F238E27FC236}">
                <a16:creationId xmlns:a16="http://schemas.microsoft.com/office/drawing/2014/main" id="{A57C1B9B-DBE4-B9FF-67A9-CE53EA457C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EB43E1-B330-AD1E-42A5-3968F45F104F}"/>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1528666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F302F-6DF5-BA15-8EBF-0ED01C8BC0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B7BE5B-36E0-BC9F-07E1-D8E1E0F9F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949959-DB7C-1175-34F5-66D2CDEC40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F63679-93AA-4C34-0531-9D9BE68E70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581C14-5593-C7E8-BA6D-88197799A9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5483D6-F88D-54E2-EB9E-CF50AAC27556}"/>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8" name="Footer Placeholder 7">
            <a:extLst>
              <a:ext uri="{FF2B5EF4-FFF2-40B4-BE49-F238E27FC236}">
                <a16:creationId xmlns:a16="http://schemas.microsoft.com/office/drawing/2014/main" id="{C01F4027-C189-4B18-3F62-A58C423A90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FB36ED-F52E-C56A-0F89-FC39B5D07680}"/>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875370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FE083-FC83-D8E0-A045-ABFDA2FEF5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D73E2F-FAD1-E444-5E45-9645ABF59E73}"/>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4" name="Footer Placeholder 3">
            <a:extLst>
              <a:ext uri="{FF2B5EF4-FFF2-40B4-BE49-F238E27FC236}">
                <a16:creationId xmlns:a16="http://schemas.microsoft.com/office/drawing/2014/main" id="{DECEDCFA-E119-683D-3D08-5D4BFB6084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176B28-BC54-5262-29ED-991006E453C1}"/>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328814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2F272-95E7-8170-F0B5-CB0F875019A9}"/>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3" name="Footer Placeholder 2">
            <a:extLst>
              <a:ext uri="{FF2B5EF4-FFF2-40B4-BE49-F238E27FC236}">
                <a16:creationId xmlns:a16="http://schemas.microsoft.com/office/drawing/2014/main" id="{95D298EC-58AE-D79C-83C7-58ACFDA29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0A9342-36B1-3FD6-8002-246070513FC5}"/>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4097069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9AD5-289D-2D13-207E-B8D447C98E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588A90-DCF7-2B58-938A-2CE9749A07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7BDF09-05E0-EE6C-99E5-6980BE9D89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F2FE40-2402-F1B7-07C7-12171C863CD7}"/>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6" name="Footer Placeholder 5">
            <a:extLst>
              <a:ext uri="{FF2B5EF4-FFF2-40B4-BE49-F238E27FC236}">
                <a16:creationId xmlns:a16="http://schemas.microsoft.com/office/drawing/2014/main" id="{3967659B-FB72-E5FA-794A-32C321D71A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C7CE13-C1EB-A367-990A-C1E83BE63A9C}"/>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1534671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65DA-DFF8-DE88-DF63-DB1314F101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E05C7F-C8F9-1A74-1D04-F4BD7A56CC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5B111B-F6BB-5C39-4364-DF58C22AB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1A0464-F15C-629D-62E8-8CF2F6629D24}"/>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6" name="Footer Placeholder 5">
            <a:extLst>
              <a:ext uri="{FF2B5EF4-FFF2-40B4-BE49-F238E27FC236}">
                <a16:creationId xmlns:a16="http://schemas.microsoft.com/office/drawing/2014/main" id="{535F5741-FB56-3861-EC00-3C889D9AD2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E0017C-CDD4-B67C-3F86-F72F0FDF3F2B}"/>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638984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8F35D-E19E-EBCF-A681-9E3C350566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269FFD-4B01-B429-1952-93EE283876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638AD9-E170-D429-3943-8EED941EA4A6}"/>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5" name="Footer Placeholder 4">
            <a:extLst>
              <a:ext uri="{FF2B5EF4-FFF2-40B4-BE49-F238E27FC236}">
                <a16:creationId xmlns:a16="http://schemas.microsoft.com/office/drawing/2014/main" id="{90D65C52-E7CB-6F47-0619-EFC4853584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849AA5-0298-D36F-5EC1-8606D253C5F9}"/>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2046412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875DB5-2CED-8FC7-D92E-5E444FDDA4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D50D7A-1D68-C5DD-4715-82DBDFDAB4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694BE4-AE30-7E49-4BB7-98C1851AAD5B}"/>
              </a:ext>
            </a:extLst>
          </p:cNvPr>
          <p:cNvSpPr>
            <a:spLocks noGrp="1"/>
          </p:cNvSpPr>
          <p:nvPr>
            <p:ph type="dt" sz="half" idx="10"/>
          </p:nvPr>
        </p:nvSpPr>
        <p:spPr/>
        <p:txBody>
          <a:bodyPr/>
          <a:lstStyle/>
          <a:p>
            <a:fld id="{D210B21D-F06B-47C3-A07E-948B7AB94AC3}" type="datetimeFigureOut">
              <a:rPr lang="en-US" smtClean="0"/>
              <a:t>4/21/2025</a:t>
            </a:fld>
            <a:endParaRPr lang="en-US"/>
          </a:p>
        </p:txBody>
      </p:sp>
      <p:sp>
        <p:nvSpPr>
          <p:cNvPr id="5" name="Footer Placeholder 4">
            <a:extLst>
              <a:ext uri="{FF2B5EF4-FFF2-40B4-BE49-F238E27FC236}">
                <a16:creationId xmlns:a16="http://schemas.microsoft.com/office/drawing/2014/main" id="{A372763F-4195-4DD3-64A1-78B63F5C93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9E78-82CF-397D-BE38-0883DB8505BD}"/>
              </a:ext>
            </a:extLst>
          </p:cNvPr>
          <p:cNvSpPr>
            <a:spLocks noGrp="1"/>
          </p:cNvSpPr>
          <p:nvPr>
            <p:ph type="sldNum" sz="quarter" idx="12"/>
          </p:nvPr>
        </p:nvSpPr>
        <p:spPr/>
        <p:txBody>
          <a:bodyPr/>
          <a:lstStyle/>
          <a:p>
            <a:fld id="{D0313E91-E892-49EB-AC3E-661B7775255A}" type="slidenum">
              <a:rPr lang="en-US" smtClean="0"/>
              <a:t>‹#›</a:t>
            </a:fld>
            <a:endParaRPr lang="en-US"/>
          </a:p>
        </p:txBody>
      </p:sp>
    </p:spTree>
    <p:extLst>
      <p:ext uri="{BB962C8B-B14F-4D97-AF65-F5344CB8AC3E}">
        <p14:creationId xmlns:p14="http://schemas.microsoft.com/office/powerpoint/2010/main" val="4081864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D62EFD-1D22-4B76-841E-F09BFC0761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23551B-6E3C-9AAE-2893-FDCBF1613B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8FBAD1-74BA-287C-7BA6-E1F021A92E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10B21D-F06B-47C3-A07E-948B7AB94AC3}" type="datetimeFigureOut">
              <a:rPr lang="en-US" smtClean="0"/>
              <a:t>4/21/2025</a:t>
            </a:fld>
            <a:endParaRPr lang="en-US"/>
          </a:p>
        </p:txBody>
      </p:sp>
      <p:sp>
        <p:nvSpPr>
          <p:cNvPr id="5" name="Footer Placeholder 4">
            <a:extLst>
              <a:ext uri="{FF2B5EF4-FFF2-40B4-BE49-F238E27FC236}">
                <a16:creationId xmlns:a16="http://schemas.microsoft.com/office/drawing/2014/main" id="{9B36E5A1-BF4C-55C7-9D87-30E692DE12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4809A6-D7CC-8909-50C5-7CB7D4F2F2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313E91-E892-49EB-AC3E-661B7775255A}" type="slidenum">
              <a:rPr lang="en-US" smtClean="0"/>
              <a:t>‹#›</a:t>
            </a:fld>
            <a:endParaRPr lang="en-US"/>
          </a:p>
        </p:txBody>
      </p:sp>
    </p:spTree>
    <p:extLst>
      <p:ext uri="{BB962C8B-B14F-4D97-AF65-F5344CB8AC3E}">
        <p14:creationId xmlns:p14="http://schemas.microsoft.com/office/powerpoint/2010/main" val="4039382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hyperlink" Target="/word/media/image2.png"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746CE-7FB8-963B-EECD-651241C84B74}"/>
              </a:ext>
            </a:extLst>
          </p:cNvPr>
          <p:cNvSpPr>
            <a:spLocks noGrp="1"/>
          </p:cNvSpPr>
          <p:nvPr>
            <p:ph type="ctrTitle"/>
          </p:nvPr>
        </p:nvSpPr>
        <p:spPr>
          <a:xfrm>
            <a:off x="1170165" y="1088571"/>
            <a:ext cx="7538405" cy="2774393"/>
          </a:xfrm>
        </p:spPr>
        <p:txBody>
          <a:bodyPr>
            <a:normAutofit/>
          </a:bodyPr>
          <a:lstStyle/>
          <a:p>
            <a:pPr algn="l"/>
            <a:r>
              <a:rPr lang="en-US" sz="5400"/>
              <a:t>Predicting Property Tax Value Using Zillow Dataset</a:t>
            </a:r>
          </a:p>
        </p:txBody>
      </p:sp>
      <p:sp>
        <p:nvSpPr>
          <p:cNvPr id="6" name="TextBox 5">
            <a:extLst>
              <a:ext uri="{FF2B5EF4-FFF2-40B4-BE49-F238E27FC236}">
                <a16:creationId xmlns:a16="http://schemas.microsoft.com/office/drawing/2014/main" id="{E866915B-58AC-6D1C-489A-8FAD89AABB49}"/>
              </a:ext>
            </a:extLst>
          </p:cNvPr>
          <p:cNvSpPr txBox="1"/>
          <p:nvPr/>
        </p:nvSpPr>
        <p:spPr>
          <a:xfrm>
            <a:off x="1170165" y="5309667"/>
            <a:ext cx="3192477" cy="369332"/>
          </a:xfrm>
          <a:prstGeom prst="rect">
            <a:avLst/>
          </a:prstGeom>
          <a:noFill/>
        </p:spPr>
        <p:txBody>
          <a:bodyPr wrap="none" rtlCol="0">
            <a:spAutoFit/>
          </a:bodyPr>
          <a:lstStyle/>
          <a:p>
            <a:r>
              <a:rPr lang="en-US" dirty="0" err="1"/>
              <a:t>Xiaohai</a:t>
            </a:r>
            <a:r>
              <a:rPr lang="en-US" dirty="0"/>
              <a:t> Chen and David Davis</a:t>
            </a:r>
          </a:p>
        </p:txBody>
      </p:sp>
    </p:spTree>
    <p:extLst>
      <p:ext uri="{BB962C8B-B14F-4D97-AF65-F5344CB8AC3E}">
        <p14:creationId xmlns:p14="http://schemas.microsoft.com/office/powerpoint/2010/main" val="102675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01DC2D8-4735-F6D8-6C91-99D7A0BC424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Executive Summary</a:t>
            </a:r>
          </a:p>
        </p:txBody>
      </p:sp>
      <p:graphicFrame>
        <p:nvGraphicFramePr>
          <p:cNvPr id="10" name="Content Placeholder 2">
            <a:extLst>
              <a:ext uri="{FF2B5EF4-FFF2-40B4-BE49-F238E27FC236}">
                <a16:creationId xmlns:a16="http://schemas.microsoft.com/office/drawing/2014/main" id="{DE051D37-501C-59D0-AA60-E62844BE93ED}"/>
              </a:ext>
            </a:extLst>
          </p:cNvPr>
          <p:cNvGraphicFramePr>
            <a:graphicFrameLocks noGrp="1"/>
          </p:cNvGraphicFramePr>
          <p:nvPr>
            <p:ph idx="1"/>
            <p:extLst>
              <p:ext uri="{D42A27DB-BD31-4B8C-83A1-F6EECF244321}">
                <p14:modId xmlns:p14="http://schemas.microsoft.com/office/powerpoint/2010/main" val="15305874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8066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D2982C-843D-317B-10E3-D099BC0A64E9}"/>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Introduction</a:t>
            </a:r>
          </a:p>
        </p:txBody>
      </p:sp>
      <p:sp>
        <p:nvSpPr>
          <p:cNvPr id="35" name="Content Placeholder 2">
            <a:extLst>
              <a:ext uri="{FF2B5EF4-FFF2-40B4-BE49-F238E27FC236}">
                <a16:creationId xmlns:a16="http://schemas.microsoft.com/office/drawing/2014/main" id="{D0A130E1-754B-B8A6-C1A1-974FC5A6136F}"/>
              </a:ext>
            </a:extLst>
          </p:cNvPr>
          <p:cNvSpPr>
            <a:spLocks noGrp="1"/>
          </p:cNvSpPr>
          <p:nvPr>
            <p:ph idx="1"/>
          </p:nvPr>
        </p:nvSpPr>
        <p:spPr>
          <a:xfrm>
            <a:off x="1371599" y="2318197"/>
            <a:ext cx="9724031" cy="3683358"/>
          </a:xfrm>
        </p:spPr>
        <p:txBody>
          <a:bodyPr anchor="ctr">
            <a:normAutofit/>
          </a:bodyPr>
          <a:lstStyle/>
          <a:p>
            <a:r>
              <a:rPr lang="en-US" sz="1600"/>
              <a:t>Importance of Accurate Valuation Models</a:t>
            </a:r>
          </a:p>
          <a:p>
            <a:pPr lvl="1"/>
            <a:r>
              <a:rPr lang="en-US" sz="1600"/>
              <a:t>Crucial for internal analytics</a:t>
            </a:r>
          </a:p>
          <a:p>
            <a:pPr lvl="1"/>
            <a:r>
              <a:rPr lang="en-US" sz="1600"/>
              <a:t>Essential for customer-facing tools</a:t>
            </a:r>
          </a:p>
          <a:p>
            <a:r>
              <a:rPr lang="en-US" sz="1600"/>
              <a:t>Project Objective</a:t>
            </a:r>
          </a:p>
          <a:p>
            <a:pPr lvl="1"/>
            <a:r>
              <a:rPr lang="en-US" sz="1600"/>
              <a:t>Enhance accuracy of property tax value predictions</a:t>
            </a:r>
          </a:p>
          <a:p>
            <a:pPr lvl="1"/>
            <a:r>
              <a:rPr lang="en-US" sz="1600"/>
              <a:t>Utilize raw Zillow dataset</a:t>
            </a:r>
          </a:p>
          <a:p>
            <a:r>
              <a:rPr lang="en-US" sz="1600"/>
              <a:t>Dataset Features</a:t>
            </a:r>
          </a:p>
          <a:p>
            <a:pPr lvl="1"/>
            <a:r>
              <a:rPr lang="en-US" sz="1600"/>
              <a:t>Structural features</a:t>
            </a:r>
          </a:p>
          <a:p>
            <a:pPr lvl="1"/>
            <a:r>
              <a:rPr lang="en-US" sz="1600"/>
              <a:t>Geographical features</a:t>
            </a:r>
          </a:p>
          <a:p>
            <a:pPr lvl="1"/>
            <a:r>
              <a:rPr lang="en-US" sz="1600"/>
              <a:t>Categorical property features</a:t>
            </a:r>
          </a:p>
          <a:p>
            <a:r>
              <a:rPr lang="en-US" sz="1600"/>
              <a:t>Data Science Team Tasks</a:t>
            </a:r>
          </a:p>
          <a:p>
            <a:r>
              <a:rPr lang="en-US" sz="1600"/>
              <a:t>Primary Business Goals</a:t>
            </a:r>
          </a:p>
        </p:txBody>
      </p:sp>
    </p:spTree>
    <p:extLst>
      <p:ext uri="{BB962C8B-B14F-4D97-AF65-F5344CB8AC3E}">
        <p14:creationId xmlns:p14="http://schemas.microsoft.com/office/powerpoint/2010/main" val="269419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9323-0F0C-B318-F5CB-DEE65B3D61A7}"/>
              </a:ext>
            </a:extLst>
          </p:cNvPr>
          <p:cNvSpPr>
            <a:spLocks noGrp="1"/>
          </p:cNvSpPr>
          <p:nvPr>
            <p:ph type="title"/>
          </p:nvPr>
        </p:nvSpPr>
        <p:spPr>
          <a:xfrm>
            <a:off x="6823878" y="741392"/>
            <a:ext cx="4491821" cy="622326"/>
          </a:xfrm>
        </p:spPr>
        <p:txBody>
          <a:bodyPr anchor="b">
            <a:normAutofit/>
          </a:bodyPr>
          <a:lstStyle/>
          <a:p>
            <a:r>
              <a:rPr lang="en-US" sz="3200" dirty="0"/>
              <a:t>Data Description</a:t>
            </a:r>
          </a:p>
        </p:txBody>
      </p:sp>
      <p:pic>
        <p:nvPicPr>
          <p:cNvPr id="10" name="Picture 9" descr="Periodic table of elements">
            <a:extLst>
              <a:ext uri="{FF2B5EF4-FFF2-40B4-BE49-F238E27FC236}">
                <a16:creationId xmlns:a16="http://schemas.microsoft.com/office/drawing/2014/main" id="{65B34C3E-C82B-FE27-3328-84F74BCCCCFE}"/>
              </a:ext>
            </a:extLst>
          </p:cNvPr>
          <p:cNvPicPr>
            <a:picLocks noChangeAspect="1"/>
          </p:cNvPicPr>
          <p:nvPr/>
        </p:nvPicPr>
        <p:blipFill>
          <a:blip r:embed="rId3"/>
          <a:srcRect l="21534" r="19355"/>
          <a:stretch/>
        </p:blipFill>
        <p:spPr>
          <a:xfrm>
            <a:off x="20" y="10"/>
            <a:ext cx="6095980" cy="6857990"/>
          </a:xfrm>
          <a:prstGeom prst="rect">
            <a:avLst/>
          </a:prstGeom>
        </p:spPr>
      </p:pic>
      <p:grpSp>
        <p:nvGrpSpPr>
          <p:cNvPr id="14" name="Group 13">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15" name="Rectangle 14">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A9F63D33-69B5-7E07-79D1-89BD7E27001E}"/>
              </a:ext>
            </a:extLst>
          </p:cNvPr>
          <p:cNvSpPr>
            <a:spLocks noGrp="1"/>
          </p:cNvSpPr>
          <p:nvPr>
            <p:ph idx="1"/>
          </p:nvPr>
        </p:nvSpPr>
        <p:spPr>
          <a:xfrm>
            <a:off x="6823879" y="1437773"/>
            <a:ext cx="4491820" cy="3447832"/>
          </a:xfrm>
        </p:spPr>
        <p:txBody>
          <a:bodyPr anchor="t">
            <a:noAutofit/>
          </a:bodyPr>
          <a:lstStyle/>
          <a:p>
            <a:r>
              <a:rPr lang="en-US" sz="1600" dirty="0"/>
              <a:t>Dataset Source and Size</a:t>
            </a:r>
          </a:p>
          <a:p>
            <a:pPr lvl="1"/>
            <a:r>
              <a:rPr lang="en-US" sz="1600" dirty="0"/>
              <a:t>Sourced from 2017 Zillow Million Dollar Prize dataset by Boston University</a:t>
            </a:r>
          </a:p>
          <a:p>
            <a:pPr lvl="1"/>
            <a:r>
              <a:rPr lang="en-US" sz="1600" dirty="0"/>
              <a:t>Contains 77,613 property records</a:t>
            </a:r>
          </a:p>
          <a:p>
            <a:r>
              <a:rPr lang="en-US" sz="1600" dirty="0"/>
              <a:t>Features and Variables</a:t>
            </a:r>
          </a:p>
          <a:p>
            <a:pPr lvl="1"/>
            <a:r>
              <a:rPr lang="en-US" sz="1600" dirty="0"/>
              <a:t>55 features including numeric, categorical, and geographic variables</a:t>
            </a:r>
          </a:p>
          <a:p>
            <a:pPr lvl="1"/>
            <a:r>
              <a:rPr lang="en-US" sz="1600" dirty="0"/>
              <a:t>Examples: </a:t>
            </a:r>
            <a:r>
              <a:rPr lang="en-US" sz="1600" dirty="0" err="1"/>
              <a:t>bedroomcnt</a:t>
            </a:r>
            <a:r>
              <a:rPr lang="en-US" sz="1600" dirty="0"/>
              <a:t>, </a:t>
            </a:r>
            <a:r>
              <a:rPr lang="en-US" sz="1600" dirty="0" err="1"/>
              <a:t>yearbuilt</a:t>
            </a:r>
            <a:r>
              <a:rPr lang="en-US" sz="1600" dirty="0"/>
              <a:t>, </a:t>
            </a:r>
            <a:r>
              <a:rPr lang="en-US" sz="1600" dirty="0" err="1"/>
              <a:t>propertycountylandusecode</a:t>
            </a:r>
            <a:r>
              <a:rPr lang="en-US" sz="1600" dirty="0"/>
              <a:t>, latitude, longitude</a:t>
            </a:r>
          </a:p>
          <a:p>
            <a:r>
              <a:rPr lang="en-US" sz="1600" dirty="0"/>
              <a:t>Target Variable</a:t>
            </a:r>
          </a:p>
          <a:p>
            <a:pPr lvl="1"/>
            <a:r>
              <a:rPr lang="en-US" sz="1600" dirty="0" err="1"/>
              <a:t>Taxvaluedollarcnt</a:t>
            </a:r>
            <a:r>
              <a:rPr lang="en-US" sz="1600" dirty="0"/>
              <a:t> is numeric with a skewed distribution</a:t>
            </a:r>
          </a:p>
          <a:p>
            <a:pPr lvl="1"/>
            <a:r>
              <a:rPr lang="en-US" sz="1600" dirty="0"/>
              <a:t>Mean value: $490,151</a:t>
            </a:r>
          </a:p>
          <a:p>
            <a:pPr lvl="1"/>
            <a:r>
              <a:rPr lang="en-US" sz="1600" dirty="0"/>
              <a:t>Maximum value: $49M</a:t>
            </a:r>
          </a:p>
          <a:p>
            <a:r>
              <a:rPr lang="en-US" sz="1600" dirty="0"/>
              <a:t>Missing Values</a:t>
            </a:r>
          </a:p>
          <a:p>
            <a:r>
              <a:rPr lang="en-US" sz="1600" dirty="0"/>
              <a:t>Preprocessing Results</a:t>
            </a:r>
          </a:p>
        </p:txBody>
      </p:sp>
    </p:spTree>
    <p:extLst>
      <p:ext uri="{BB962C8B-B14F-4D97-AF65-F5344CB8AC3E}">
        <p14:creationId xmlns:p14="http://schemas.microsoft.com/office/powerpoint/2010/main" val="3626579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9F555B1-3CB4-122A-7763-CD40AA08CEE3}"/>
              </a:ext>
            </a:extLst>
          </p:cNvPr>
          <p:cNvSpPr>
            <a:spLocks noGrp="1"/>
          </p:cNvSpPr>
          <p:nvPr>
            <p:ph type="title"/>
          </p:nvPr>
        </p:nvSpPr>
        <p:spPr>
          <a:xfrm>
            <a:off x="614679" y="548639"/>
            <a:ext cx="3977640" cy="5719640"/>
          </a:xfrm>
        </p:spPr>
        <p:txBody>
          <a:bodyPr anchor="t">
            <a:normAutofit/>
          </a:bodyPr>
          <a:lstStyle/>
          <a:p>
            <a:r>
              <a:rPr lang="en-US"/>
              <a:t>Methodology</a:t>
            </a:r>
          </a:p>
        </p:txBody>
      </p:sp>
      <p:sp>
        <p:nvSpPr>
          <p:cNvPr id="3" name="Content Placeholder 2">
            <a:extLst>
              <a:ext uri="{FF2B5EF4-FFF2-40B4-BE49-F238E27FC236}">
                <a16:creationId xmlns:a16="http://schemas.microsoft.com/office/drawing/2014/main" id="{22D18E7A-8EDD-3CD0-5E02-D77E6AB35FC4}"/>
              </a:ext>
            </a:extLst>
          </p:cNvPr>
          <p:cNvSpPr>
            <a:spLocks noGrp="1"/>
          </p:cNvSpPr>
          <p:nvPr>
            <p:ph idx="1"/>
          </p:nvPr>
        </p:nvSpPr>
        <p:spPr>
          <a:xfrm>
            <a:off x="5387542" y="548639"/>
            <a:ext cx="6189780" cy="5861304"/>
          </a:xfrm>
        </p:spPr>
        <p:txBody>
          <a:bodyPr anchor="t">
            <a:normAutofit/>
          </a:bodyPr>
          <a:lstStyle/>
          <a:p>
            <a:r>
              <a:rPr lang="en-US"/>
              <a:t>Regression Modeling Framework</a:t>
            </a:r>
          </a:p>
          <a:p>
            <a:pPr lvl="1"/>
            <a:r>
              <a:rPr lang="en-US"/>
              <a:t>RMSE used as primary error metric</a:t>
            </a:r>
          </a:p>
          <a:p>
            <a:pPr lvl="1"/>
            <a:r>
              <a:rPr lang="en-US"/>
              <a:t>Sensitivity to large errors</a:t>
            </a:r>
          </a:p>
          <a:p>
            <a:r>
              <a:rPr lang="en-US"/>
              <a:t>Cross-Validation Technique</a:t>
            </a:r>
          </a:p>
          <a:p>
            <a:pPr lvl="1"/>
            <a:r>
              <a:rPr lang="en-US"/>
              <a:t>5 folds, 5 repeats</a:t>
            </a:r>
          </a:p>
          <a:p>
            <a:pPr lvl="1"/>
            <a:r>
              <a:rPr lang="en-US"/>
              <a:t>Ensures reliable performance estimates</a:t>
            </a:r>
          </a:p>
          <a:p>
            <a:pPr lvl="1"/>
            <a:r>
              <a:rPr lang="en-US"/>
              <a:t>Mitigates overfitting risks</a:t>
            </a:r>
          </a:p>
          <a:p>
            <a:r>
              <a:rPr lang="en-US"/>
              <a:t>Hyperparameter Tuning</a:t>
            </a:r>
          </a:p>
          <a:p>
            <a:pPr lvl="1"/>
            <a:r>
              <a:rPr lang="en-US"/>
              <a:t>Guided by validation curves</a:t>
            </a:r>
          </a:p>
          <a:p>
            <a:pPr lvl="1"/>
            <a:r>
              <a:rPr lang="en-US"/>
              <a:t>GridSearchCV used</a:t>
            </a:r>
          </a:p>
          <a:p>
            <a:pPr lvl="1"/>
            <a:r>
              <a:rPr lang="en-US"/>
              <a:t>Parameters like learning_rate and n_estimators</a:t>
            </a:r>
          </a:p>
          <a:p>
            <a:pPr lvl="1"/>
            <a:r>
              <a:rPr lang="en-US"/>
              <a:t>Balances bias and variance</a:t>
            </a:r>
          </a:p>
        </p:txBody>
      </p:sp>
    </p:spTree>
    <p:extLst>
      <p:ext uri="{BB962C8B-B14F-4D97-AF65-F5344CB8AC3E}">
        <p14:creationId xmlns:p14="http://schemas.microsoft.com/office/powerpoint/2010/main" val="156579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37D8CC-10CE-92D1-9970-791167CBE18F}"/>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Data Cleaning and Preprocessing</a:t>
            </a:r>
          </a:p>
        </p:txBody>
      </p:sp>
      <p:sp>
        <p:nvSpPr>
          <p:cNvPr id="3" name="Content Placeholder 2">
            <a:extLst>
              <a:ext uri="{FF2B5EF4-FFF2-40B4-BE49-F238E27FC236}">
                <a16:creationId xmlns:a16="http://schemas.microsoft.com/office/drawing/2014/main" id="{6A0908BB-FDA6-56D2-32DC-50CF078FE137}"/>
              </a:ext>
            </a:extLst>
          </p:cNvPr>
          <p:cNvSpPr>
            <a:spLocks noGrp="1"/>
          </p:cNvSpPr>
          <p:nvPr>
            <p:ph idx="1"/>
          </p:nvPr>
        </p:nvSpPr>
        <p:spPr>
          <a:xfrm>
            <a:off x="1371599" y="2318197"/>
            <a:ext cx="9724031" cy="3683358"/>
          </a:xfrm>
        </p:spPr>
        <p:txBody>
          <a:bodyPr anchor="ctr">
            <a:normAutofit fontScale="92500" lnSpcReduction="10000"/>
          </a:bodyPr>
          <a:lstStyle/>
          <a:p>
            <a:r>
              <a:rPr lang="en-US" sz="1800" dirty="0"/>
              <a:t>Issues in Raw Dataset</a:t>
            </a:r>
          </a:p>
          <a:p>
            <a:pPr lvl="1"/>
            <a:r>
              <a:rPr lang="en-US" sz="1800" dirty="0"/>
              <a:t>High missingness in features like </a:t>
            </a:r>
            <a:r>
              <a:rPr lang="en-US" sz="1800" dirty="0" err="1"/>
              <a:t>basementsqft</a:t>
            </a:r>
            <a:endParaRPr lang="en-US" sz="1800" dirty="0"/>
          </a:p>
          <a:p>
            <a:pPr lvl="1"/>
            <a:r>
              <a:rPr lang="en-US" sz="1800" dirty="0"/>
              <a:t>Outliers in </a:t>
            </a:r>
            <a:r>
              <a:rPr lang="en-US" sz="1800" dirty="0" err="1"/>
              <a:t>taxvaluedollarcnt</a:t>
            </a:r>
            <a:endParaRPr lang="en-US" sz="1800" dirty="0"/>
          </a:p>
          <a:p>
            <a:r>
              <a:rPr lang="en-US" sz="1800" dirty="0"/>
              <a:t>Feature Removal</a:t>
            </a:r>
          </a:p>
          <a:p>
            <a:pPr lvl="1"/>
            <a:r>
              <a:rPr lang="en-US" sz="1800" dirty="0"/>
              <a:t>Dropped features with &gt;80% missing values</a:t>
            </a:r>
          </a:p>
          <a:p>
            <a:pPr lvl="1"/>
            <a:r>
              <a:rPr lang="en-US" sz="1800" dirty="0"/>
              <a:t>Removed samples with null targets or &gt;50% missing features</a:t>
            </a:r>
          </a:p>
          <a:p>
            <a:r>
              <a:rPr lang="en-US" sz="1800" dirty="0"/>
              <a:t>Outlier Removal</a:t>
            </a:r>
          </a:p>
          <a:p>
            <a:pPr lvl="1"/>
            <a:r>
              <a:rPr lang="en-US" sz="1800" dirty="0"/>
              <a:t>Applied milder outlier removal (0.5th–99.5th percentiles)</a:t>
            </a:r>
          </a:p>
          <a:p>
            <a:pPr lvl="1"/>
            <a:r>
              <a:rPr lang="en-US" sz="1800" dirty="0"/>
              <a:t>Preserved high-value properties</a:t>
            </a:r>
          </a:p>
          <a:p>
            <a:r>
              <a:rPr lang="en-US" sz="1800" dirty="0"/>
              <a:t>Imputation Techniques</a:t>
            </a:r>
          </a:p>
          <a:p>
            <a:r>
              <a:rPr lang="en-US" sz="1800" dirty="0"/>
              <a:t>Label Encoding</a:t>
            </a:r>
          </a:p>
          <a:p>
            <a:r>
              <a:rPr lang="en-US" sz="1800" dirty="0"/>
              <a:t>Adjustments</a:t>
            </a:r>
          </a:p>
        </p:txBody>
      </p:sp>
    </p:spTree>
    <p:extLst>
      <p:ext uri="{BB962C8B-B14F-4D97-AF65-F5344CB8AC3E}">
        <p14:creationId xmlns:p14="http://schemas.microsoft.com/office/powerpoint/2010/main" val="1717415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D82048-B911-B026-7C65-5D41FEBA293F}"/>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Feature Engineering</a:t>
            </a:r>
          </a:p>
        </p:txBody>
      </p:sp>
      <p:sp>
        <p:nvSpPr>
          <p:cNvPr id="29" name="Content Placeholder 2">
            <a:extLst>
              <a:ext uri="{FF2B5EF4-FFF2-40B4-BE49-F238E27FC236}">
                <a16:creationId xmlns:a16="http://schemas.microsoft.com/office/drawing/2014/main" id="{D1153430-92E6-6FDB-2421-B76434CE802C}"/>
              </a:ext>
            </a:extLst>
          </p:cNvPr>
          <p:cNvSpPr>
            <a:spLocks noGrp="1"/>
          </p:cNvSpPr>
          <p:nvPr>
            <p:ph idx="1"/>
          </p:nvPr>
        </p:nvSpPr>
        <p:spPr>
          <a:xfrm>
            <a:off x="6503158" y="649480"/>
            <a:ext cx="4862447" cy="5546047"/>
          </a:xfrm>
        </p:spPr>
        <p:txBody>
          <a:bodyPr anchor="ctr">
            <a:normAutofit/>
          </a:bodyPr>
          <a:lstStyle/>
          <a:p>
            <a:r>
              <a:rPr lang="en-US" sz="1700"/>
              <a:t>Non-linear and contextual relationships</a:t>
            </a:r>
          </a:p>
          <a:p>
            <a:pPr lvl="1"/>
            <a:r>
              <a:rPr lang="en-US" sz="1700"/>
              <a:t>bath_bed_interaction for livability</a:t>
            </a:r>
          </a:p>
          <a:p>
            <a:pPr lvl="1"/>
            <a:r>
              <a:rPr lang="en-US" sz="1700"/>
              <a:t>yearbuilt_squared for non-linear age effects</a:t>
            </a:r>
          </a:p>
          <a:p>
            <a:pPr lvl="1"/>
            <a:r>
              <a:rPr lang="en-US" sz="1700"/>
              <a:t>sqft_per_bedroom for space efficiency</a:t>
            </a:r>
          </a:p>
          <a:p>
            <a:pPr lvl="1"/>
            <a:r>
              <a:rPr lang="en-US" sz="1700"/>
              <a:t>lat_lon_interaction for location synergy</a:t>
            </a:r>
          </a:p>
          <a:p>
            <a:r>
              <a:rPr lang="en-US" sz="1700"/>
              <a:t>EDA insights and domain knowledge</a:t>
            </a:r>
          </a:p>
          <a:p>
            <a:pPr lvl="1"/>
            <a:r>
              <a:rPr lang="en-US" sz="1700"/>
              <a:t>High F-values for finishedsquarefeet12</a:t>
            </a:r>
          </a:p>
          <a:p>
            <a:pPr lvl="1"/>
            <a:r>
              <a:rPr lang="en-US" sz="1700"/>
              <a:t>Understanding property value drivers</a:t>
            </a:r>
          </a:p>
          <a:p>
            <a:r>
              <a:rPr lang="en-US" sz="1700"/>
              <a:t>Feature performance</a:t>
            </a:r>
          </a:p>
          <a:p>
            <a:pPr lvl="1"/>
            <a:r>
              <a:rPr lang="en-US" sz="1700"/>
              <a:t>sqft_per_bedroom and yearbuilt_squared retained in top features</a:t>
            </a:r>
          </a:p>
          <a:p>
            <a:pPr lvl="1"/>
            <a:r>
              <a:rPr lang="en-US" sz="1700"/>
              <a:t>bath_bed_interaction less impactful, possibly redundant</a:t>
            </a:r>
          </a:p>
          <a:p>
            <a:r>
              <a:rPr lang="en-US" sz="1700"/>
              <a:t>Log-transforming the target</a:t>
            </a:r>
          </a:p>
        </p:txBody>
      </p:sp>
    </p:spTree>
    <p:extLst>
      <p:ext uri="{BB962C8B-B14F-4D97-AF65-F5344CB8AC3E}">
        <p14:creationId xmlns:p14="http://schemas.microsoft.com/office/powerpoint/2010/main" val="2413234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13">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391BF7-D141-0C12-A3EB-1CFCFE878639}"/>
              </a:ext>
            </a:extLst>
          </p:cNvPr>
          <p:cNvSpPr>
            <a:spLocks noGrp="1"/>
          </p:cNvSpPr>
          <p:nvPr>
            <p:ph type="title"/>
          </p:nvPr>
        </p:nvSpPr>
        <p:spPr>
          <a:xfrm>
            <a:off x="806825" y="457201"/>
            <a:ext cx="2844800" cy="3588870"/>
          </a:xfrm>
        </p:spPr>
        <p:txBody>
          <a:bodyPr vert="horz" lIns="91440" tIns="45720" rIns="91440" bIns="45720" rtlCol="0" anchor="b">
            <a:normAutofit/>
          </a:bodyPr>
          <a:lstStyle/>
          <a:p>
            <a:pPr algn="r"/>
            <a:r>
              <a:rPr lang="en-US" sz="4000" b="1" dirty="0">
                <a:solidFill>
                  <a:srgbClr val="FFFFFF"/>
                </a:solidFill>
              </a:rPr>
              <a:t>Model Selection Process</a:t>
            </a:r>
          </a:p>
        </p:txBody>
      </p:sp>
      <p:sp>
        <p:nvSpPr>
          <p:cNvPr id="4" name="Content Placeholder 3">
            <a:extLst>
              <a:ext uri="{FF2B5EF4-FFF2-40B4-BE49-F238E27FC236}">
                <a16:creationId xmlns:a16="http://schemas.microsoft.com/office/drawing/2014/main" id="{584FFBEF-AFC5-C16B-3468-749BEDAA47DC}"/>
              </a:ext>
            </a:extLst>
          </p:cNvPr>
          <p:cNvSpPr>
            <a:spLocks noGrp="1"/>
          </p:cNvSpPr>
          <p:nvPr>
            <p:ph sz="half" idx="2"/>
          </p:nvPr>
        </p:nvSpPr>
        <p:spPr>
          <a:xfrm>
            <a:off x="4649245" y="669363"/>
            <a:ext cx="3290579" cy="5534211"/>
          </a:xfrm>
        </p:spPr>
        <p:txBody>
          <a:bodyPr vert="horz" lIns="91440" tIns="45720" rIns="91440" bIns="45720" rtlCol="0" anchor="ctr">
            <a:normAutofit/>
          </a:bodyPr>
          <a:lstStyle/>
          <a:p>
            <a:r>
              <a:rPr lang="en-US" sz="1400"/>
              <a:t>Project Goal</a:t>
            </a:r>
          </a:p>
          <a:p>
            <a:pPr lvl="1"/>
            <a:r>
              <a:rPr lang="en-US" sz="1400"/>
              <a:t>Predict assessed tax value of properties using Zillow dataset</a:t>
            </a:r>
          </a:p>
          <a:p>
            <a:pPr lvl="1"/>
            <a:r>
              <a:rPr lang="en-US" sz="1400"/>
              <a:t>Approach as a real estate data science problem</a:t>
            </a:r>
          </a:p>
          <a:p>
            <a:r>
              <a:rPr lang="en-US" sz="1400"/>
              <a:t>Data Preparation</a:t>
            </a:r>
          </a:p>
          <a:p>
            <a:pPr lvl="1"/>
            <a:r>
              <a:rPr lang="en-US" sz="1400"/>
              <a:t>Extensive data cleaning and imputation</a:t>
            </a:r>
          </a:p>
          <a:p>
            <a:pPr lvl="1"/>
            <a:r>
              <a:rPr lang="en-US" sz="1400"/>
              <a:t>Feature engineering to improve data quality</a:t>
            </a:r>
          </a:p>
          <a:p>
            <a:r>
              <a:rPr lang="en-US" sz="1400"/>
              <a:t>Model Evaluation</a:t>
            </a:r>
          </a:p>
          <a:p>
            <a:pPr lvl="1"/>
            <a:r>
              <a:rPr lang="en-US" sz="1400"/>
              <a:t>Multiple models evaluated including linear regressions and ensemble methods</a:t>
            </a:r>
          </a:p>
          <a:p>
            <a:pPr lvl="1"/>
            <a:r>
              <a:rPr lang="en-US" sz="1400"/>
              <a:t>Gradient Boosting Regressor emerged as top-performing model</a:t>
            </a:r>
          </a:p>
          <a:p>
            <a:r>
              <a:rPr lang="en-US" sz="1400"/>
              <a:t>Key Findings</a:t>
            </a:r>
          </a:p>
          <a:p>
            <a:pPr lvl="1"/>
            <a:r>
              <a:rPr lang="en-US" sz="1400"/>
              <a:t>Square footage and location-based variables were most predictive</a:t>
            </a:r>
          </a:p>
          <a:p>
            <a:r>
              <a:rPr lang="en-US" sz="1400"/>
              <a:t>Business Applications</a:t>
            </a:r>
          </a:p>
        </p:txBody>
      </p:sp>
      <p:pic>
        <p:nvPicPr>
          <p:cNvPr id="8" name="Picture 7">
            <a:extLst>
              <a:ext uri="{FF2B5EF4-FFF2-40B4-BE49-F238E27FC236}">
                <a16:creationId xmlns:a16="http://schemas.microsoft.com/office/drawing/2014/main" id="{8323BEE7-F0DE-713F-C036-1EB1783DF453}"/>
              </a:ext>
            </a:extLst>
          </p:cNvPr>
          <p:cNvPicPr>
            <a:picLocks noChangeAspect="1"/>
          </p:cNvPicPr>
          <p:nvPr/>
        </p:nvPicPr>
        <p:blipFill>
          <a:blip r:embed="rId3"/>
          <a:stretch>
            <a:fillRect/>
          </a:stretch>
        </p:blipFill>
        <p:spPr>
          <a:xfrm>
            <a:off x="7939823" y="531545"/>
            <a:ext cx="4037839" cy="2796203"/>
          </a:xfrm>
          <a:prstGeom prst="rect">
            <a:avLst/>
          </a:prstGeom>
        </p:spPr>
      </p:pic>
      <p:pic>
        <p:nvPicPr>
          <p:cNvPr id="11" name="Picture 10">
            <a:extLst>
              <a:ext uri="{FF2B5EF4-FFF2-40B4-BE49-F238E27FC236}">
                <a16:creationId xmlns:a16="http://schemas.microsoft.com/office/drawing/2014/main" id="{F114D31B-21F0-A338-3711-E961B46DE71E}"/>
              </a:ext>
            </a:extLst>
          </p:cNvPr>
          <p:cNvPicPr>
            <a:picLocks noChangeAspect="1"/>
          </p:cNvPicPr>
          <p:nvPr/>
        </p:nvPicPr>
        <p:blipFill>
          <a:blip r:embed="rId4"/>
          <a:stretch>
            <a:fillRect/>
          </a:stretch>
        </p:blipFill>
        <p:spPr>
          <a:xfrm>
            <a:off x="7939823" y="3465566"/>
            <a:ext cx="4037838" cy="2826485"/>
          </a:xfrm>
          <a:prstGeom prst="rect">
            <a:avLst/>
          </a:prstGeom>
        </p:spPr>
      </p:pic>
    </p:spTree>
    <p:extLst>
      <p:ext uri="{BB962C8B-B14F-4D97-AF65-F5344CB8AC3E}">
        <p14:creationId xmlns:p14="http://schemas.microsoft.com/office/powerpoint/2010/main" val="44925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4">
            <a:hlinkClick r:id="rId3"/>
            <a:extLst>
              <a:ext uri="{FF2B5EF4-FFF2-40B4-BE49-F238E27FC236}">
                <a16:creationId xmlns:a16="http://schemas.microsoft.com/office/drawing/2014/main" id="{AB5B5CCB-2CAC-4461-9B9C-22CE7CB0580E}"/>
              </a:ext>
            </a:extLst>
          </p:cNvPr>
          <p:cNvPicPr>
            <a:picLocks noGrp="1" noChangeAspect="1"/>
          </p:cNvPicPr>
          <p:nvPr>
            <p:ph sz="half" idx="1"/>
          </p:nvPr>
        </p:nvPicPr>
        <p:blipFill>
          <a:blip r:embed="rId4"/>
          <a:srcRect l="4075" r="12031"/>
          <a:stretch/>
        </p:blipFill>
        <p:spPr>
          <a:xfrm>
            <a:off x="4857226" y="1315081"/>
            <a:ext cx="7003713" cy="4861882"/>
          </a:xfrm>
          <a:prstGeom prst="rect">
            <a:avLst/>
          </a:prstGeom>
        </p:spPr>
      </p:pic>
      <p:sp>
        <p:nvSpPr>
          <p:cNvPr id="43" name="Rectangle 4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1110D3-C344-5DC5-D8CF-51D26D643FF3}"/>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b="1"/>
              <a:t>Feature Importance</a:t>
            </a:r>
          </a:p>
        </p:txBody>
      </p:sp>
      <p:sp>
        <p:nvSpPr>
          <p:cNvPr id="4" name="Content Placeholder 3">
            <a:extLst>
              <a:ext uri="{FF2B5EF4-FFF2-40B4-BE49-F238E27FC236}">
                <a16:creationId xmlns:a16="http://schemas.microsoft.com/office/drawing/2014/main" id="{823EA5D3-40A3-43AE-B316-5F49B006FDA7}"/>
              </a:ext>
            </a:extLst>
          </p:cNvPr>
          <p:cNvSpPr>
            <a:spLocks noGrp="1"/>
          </p:cNvSpPr>
          <p:nvPr>
            <p:ph sz="half" idx="2"/>
          </p:nvPr>
        </p:nvSpPr>
        <p:spPr>
          <a:xfrm>
            <a:off x="838200" y="2434201"/>
            <a:ext cx="3822189" cy="3742762"/>
          </a:xfrm>
        </p:spPr>
        <p:txBody>
          <a:bodyPr vert="horz" lIns="91440" tIns="45720" rIns="91440" bIns="45720" rtlCol="0">
            <a:normAutofit/>
          </a:bodyPr>
          <a:lstStyle/>
          <a:p>
            <a:r>
              <a:rPr lang="en-US" sz="1400"/>
              <a:t>Key Predictive Features</a:t>
            </a:r>
          </a:p>
          <a:p>
            <a:pPr lvl="1"/>
            <a:r>
              <a:rPr lang="en-US" sz="1400"/>
              <a:t>finishedsquarefeet12</a:t>
            </a:r>
          </a:p>
          <a:p>
            <a:pPr lvl="1"/>
            <a:r>
              <a:rPr lang="en-US" sz="1400"/>
              <a:t>calculatedfinishedsquarefeet</a:t>
            </a:r>
          </a:p>
          <a:p>
            <a:pPr lvl="1"/>
            <a:r>
              <a:rPr lang="en-US" sz="1400"/>
              <a:t>latitude</a:t>
            </a:r>
          </a:p>
          <a:p>
            <a:pPr lvl="1"/>
            <a:r>
              <a:rPr lang="en-US" sz="1400"/>
              <a:t>longitude</a:t>
            </a:r>
          </a:p>
          <a:p>
            <a:pPr lvl="1"/>
            <a:r>
              <a:rPr lang="en-US" sz="1400"/>
              <a:t>sqft_per_bedroom</a:t>
            </a:r>
          </a:p>
          <a:p>
            <a:r>
              <a:rPr lang="en-US" sz="1400"/>
              <a:t>Importance of Square Footage and Location</a:t>
            </a:r>
          </a:p>
          <a:p>
            <a:pPr lvl="1"/>
            <a:r>
              <a:rPr lang="en-US" sz="1400"/>
              <a:t>Square footage remains highly predictive</a:t>
            </a:r>
          </a:p>
          <a:p>
            <a:pPr lvl="1"/>
            <a:r>
              <a:rPr lang="en-US" sz="1400"/>
              <a:t>Spatial location is a significant factor</a:t>
            </a:r>
          </a:p>
          <a:p>
            <a:r>
              <a:rPr lang="en-US" sz="1400"/>
              <a:t>Validation of Engineered Features</a:t>
            </a:r>
          </a:p>
          <a:p>
            <a:pPr lvl="1"/>
            <a:r>
              <a:rPr lang="en-US" sz="1400"/>
              <a:t>sqft_per_bedroom ranked high</a:t>
            </a:r>
          </a:p>
          <a:p>
            <a:pPr lvl="1"/>
            <a:r>
              <a:rPr lang="en-US" sz="1400"/>
              <a:t>Inclusion of engineered features is validated</a:t>
            </a:r>
          </a:p>
        </p:txBody>
      </p:sp>
    </p:spTree>
    <p:extLst>
      <p:ext uri="{BB962C8B-B14F-4D97-AF65-F5344CB8AC3E}">
        <p14:creationId xmlns:p14="http://schemas.microsoft.com/office/powerpoint/2010/main" val="2393112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3740E3B-3411-B782-C675-450BB9AF0504}"/>
              </a:ext>
            </a:extLst>
          </p:cNvPr>
          <p:cNvPicPr>
            <a:picLocks noChangeAspect="1"/>
          </p:cNvPicPr>
          <p:nvPr/>
        </p:nvPicPr>
        <p:blipFill>
          <a:blip r:embed="rId3"/>
          <a:srcRect l="2941" r="17747"/>
          <a:stretch/>
        </p:blipFill>
        <p:spPr>
          <a:xfrm>
            <a:off x="2522356" y="10"/>
            <a:ext cx="9669642" cy="6857990"/>
          </a:xfrm>
          <a:prstGeom prst="rect">
            <a:avLst/>
          </a:prstGeom>
        </p:spPr>
      </p:pic>
      <p:sp>
        <p:nvSpPr>
          <p:cNvPr id="34" name="Rectangle 3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E7FDA-3BE9-10B6-AB15-70FFF8F48E8C}"/>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b="1"/>
              <a:t>Cross-Validation Performance</a:t>
            </a:r>
            <a:endParaRPr lang="en-US" sz="4000" b="1" dirty="0"/>
          </a:p>
        </p:txBody>
      </p:sp>
      <p:sp>
        <p:nvSpPr>
          <p:cNvPr id="4" name="Content Placeholder 3">
            <a:extLst>
              <a:ext uri="{FF2B5EF4-FFF2-40B4-BE49-F238E27FC236}">
                <a16:creationId xmlns:a16="http://schemas.microsoft.com/office/drawing/2014/main" id="{5811864A-C40E-E106-5CA3-8043E6DDE851}"/>
              </a:ext>
            </a:extLst>
          </p:cNvPr>
          <p:cNvSpPr>
            <a:spLocks noGrp="1"/>
          </p:cNvSpPr>
          <p:nvPr>
            <p:ph sz="half" idx="2"/>
          </p:nvPr>
        </p:nvSpPr>
        <p:spPr>
          <a:xfrm>
            <a:off x="838200" y="2434201"/>
            <a:ext cx="3822189" cy="3742762"/>
          </a:xfrm>
        </p:spPr>
        <p:txBody>
          <a:bodyPr vert="horz" lIns="91440" tIns="45720" rIns="91440" bIns="45720" rtlCol="0">
            <a:normAutofit/>
          </a:bodyPr>
          <a:lstStyle/>
          <a:p>
            <a:r>
              <a:rPr lang="en-US" sz="1700"/>
              <a:t>Model: Gradient Boosting Regressor</a:t>
            </a:r>
          </a:p>
          <a:p>
            <a:pPr lvl="1"/>
            <a:r>
              <a:rPr lang="en-US" sz="1700"/>
              <a:t>RMSE (Log-Transformed): 0.6121 ± 0.0044</a:t>
            </a:r>
          </a:p>
          <a:p>
            <a:pPr lvl="1"/>
            <a:r>
              <a:rPr lang="en-US" sz="1700"/>
              <a:t>Parameters:</a:t>
            </a:r>
          </a:p>
          <a:p>
            <a:pPr lvl="2"/>
            <a:r>
              <a:rPr lang="en-US" sz="1700"/>
              <a:t>n_estimators: 470</a:t>
            </a:r>
          </a:p>
          <a:p>
            <a:pPr lvl="2"/>
            <a:r>
              <a:rPr lang="en-US" sz="1700"/>
              <a:t>learning_rate: 0.1</a:t>
            </a:r>
          </a:p>
          <a:p>
            <a:pPr lvl="2"/>
            <a:r>
              <a:rPr lang="en-US" sz="1700"/>
              <a:t>max_depth: 3</a:t>
            </a:r>
          </a:p>
          <a:p>
            <a:pPr lvl="2"/>
            <a:r>
              <a:rPr lang="en-US" sz="1700"/>
              <a:t>max_features: 9</a:t>
            </a:r>
          </a:p>
          <a:p>
            <a:r>
              <a:rPr lang="en-US" sz="1700"/>
              <a:t>Test Set Performance (Original Scale)</a:t>
            </a:r>
          </a:p>
          <a:p>
            <a:pPr lvl="1"/>
            <a:r>
              <a:rPr lang="en-US" sz="1700"/>
              <a:t>Test RMSE: 287,882.76 </a:t>
            </a:r>
          </a:p>
        </p:txBody>
      </p:sp>
    </p:spTree>
    <p:extLst>
      <p:ext uri="{BB962C8B-B14F-4D97-AF65-F5344CB8AC3E}">
        <p14:creationId xmlns:p14="http://schemas.microsoft.com/office/powerpoint/2010/main" val="2247647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045D11-FB24-6060-FE36-093E5D09D7E8}"/>
              </a:ext>
            </a:extLst>
          </p:cNvPr>
          <p:cNvSpPr>
            <a:spLocks noGrp="1"/>
          </p:cNvSpPr>
          <p:nvPr>
            <p:ph type="title"/>
          </p:nvPr>
        </p:nvSpPr>
        <p:spPr>
          <a:xfrm>
            <a:off x="8643193" y="489507"/>
            <a:ext cx="3091607" cy="1655483"/>
          </a:xfrm>
        </p:spPr>
        <p:txBody>
          <a:bodyPr vert="horz" lIns="91440" tIns="45720" rIns="91440" bIns="45720" rtlCol="0" anchor="b">
            <a:normAutofit/>
          </a:bodyPr>
          <a:lstStyle/>
          <a:p>
            <a:r>
              <a:rPr lang="en-US" sz="4000" b="1" dirty="0"/>
              <a:t>Error Analysis</a:t>
            </a:r>
          </a:p>
        </p:txBody>
      </p:sp>
      <p:sp>
        <p:nvSpPr>
          <p:cNvPr id="4" name="Content Placeholder 3">
            <a:extLst>
              <a:ext uri="{FF2B5EF4-FFF2-40B4-BE49-F238E27FC236}">
                <a16:creationId xmlns:a16="http://schemas.microsoft.com/office/drawing/2014/main" id="{43F4D923-D773-288B-7AB2-329DC1A02884}"/>
              </a:ext>
            </a:extLst>
          </p:cNvPr>
          <p:cNvSpPr>
            <a:spLocks noGrp="1"/>
          </p:cNvSpPr>
          <p:nvPr>
            <p:ph sz="half" idx="2"/>
          </p:nvPr>
        </p:nvSpPr>
        <p:spPr>
          <a:xfrm>
            <a:off x="8643193" y="2418408"/>
            <a:ext cx="2942813" cy="3540265"/>
          </a:xfrm>
        </p:spPr>
        <p:txBody>
          <a:bodyPr vert="horz" lIns="91440" tIns="45720" rIns="91440" bIns="45720" rtlCol="0">
            <a:normAutofit/>
          </a:bodyPr>
          <a:lstStyle/>
          <a:p>
            <a:r>
              <a:rPr lang="en-US" sz="1200" dirty="0"/>
              <a:t>Residuals and Errors</a:t>
            </a:r>
          </a:p>
          <a:p>
            <a:pPr lvl="1"/>
            <a:r>
              <a:rPr lang="en-US" sz="1200" dirty="0"/>
              <a:t>Higher errors for properties above $2M</a:t>
            </a:r>
          </a:p>
          <a:p>
            <a:pPr lvl="1"/>
            <a:r>
              <a:rPr lang="en-US" sz="1200" dirty="0"/>
              <a:t>Fewer training examples in high-value range</a:t>
            </a:r>
          </a:p>
          <a:p>
            <a:pPr lvl="1"/>
            <a:r>
              <a:rPr lang="en-US" sz="1200" dirty="0"/>
              <a:t>Log Transformation helped mitigate skewed distributions and reduce RMSE</a:t>
            </a:r>
          </a:p>
          <a:p>
            <a:r>
              <a:rPr lang="en-US" sz="1200" dirty="0"/>
              <a:t>Noise in Zip Codes</a:t>
            </a:r>
          </a:p>
          <a:p>
            <a:pPr lvl="1"/>
            <a:r>
              <a:rPr lang="en-US" sz="1200" dirty="0"/>
              <a:t>Less representation in certain zip codes</a:t>
            </a:r>
          </a:p>
          <a:p>
            <a:pPr lvl="1"/>
            <a:r>
              <a:rPr lang="en-US" sz="1200" dirty="0"/>
              <a:t>Potential for grouped encoding or smoothing techniques</a:t>
            </a:r>
          </a:p>
          <a:p>
            <a:pPr marL="0" indent="0">
              <a:buNone/>
            </a:pPr>
            <a:endParaRPr lang="en-US" sz="1200" dirty="0"/>
          </a:p>
        </p:txBody>
      </p:sp>
      <p:sp>
        <p:nvSpPr>
          <p:cNvPr id="17" name="Rectangle 16">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7A52005-7EE6-1AA6-732D-E8056424373D}"/>
              </a:ext>
            </a:extLst>
          </p:cNvPr>
          <p:cNvPicPr>
            <a:picLocks noChangeAspect="1"/>
          </p:cNvPicPr>
          <p:nvPr/>
        </p:nvPicPr>
        <p:blipFill>
          <a:blip r:embed="rId3"/>
          <a:stretch>
            <a:fillRect/>
          </a:stretch>
        </p:blipFill>
        <p:spPr>
          <a:xfrm>
            <a:off x="0" y="674065"/>
            <a:ext cx="8601144" cy="5131117"/>
          </a:xfrm>
          <a:prstGeom prst="rect">
            <a:avLst/>
          </a:prstGeom>
        </p:spPr>
      </p:pic>
    </p:spTree>
    <p:extLst>
      <p:ext uri="{BB962C8B-B14F-4D97-AF65-F5344CB8AC3E}">
        <p14:creationId xmlns:p14="http://schemas.microsoft.com/office/powerpoint/2010/main" val="4102750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281A21-0DD2-C08B-E604-79746146EDAD}"/>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Conclusion</a:t>
            </a:r>
          </a:p>
        </p:txBody>
      </p:sp>
      <p:sp>
        <p:nvSpPr>
          <p:cNvPr id="12" name="Content Placeholder 2">
            <a:extLst>
              <a:ext uri="{FF2B5EF4-FFF2-40B4-BE49-F238E27FC236}">
                <a16:creationId xmlns:a16="http://schemas.microsoft.com/office/drawing/2014/main" id="{71CE8B12-5295-C60C-502C-5F92844B6D5D}"/>
              </a:ext>
            </a:extLst>
          </p:cNvPr>
          <p:cNvSpPr>
            <a:spLocks noGrp="1"/>
          </p:cNvSpPr>
          <p:nvPr>
            <p:ph idx="1"/>
          </p:nvPr>
        </p:nvSpPr>
        <p:spPr>
          <a:xfrm>
            <a:off x="6503158" y="649480"/>
            <a:ext cx="4862447" cy="5546047"/>
          </a:xfrm>
        </p:spPr>
        <p:txBody>
          <a:bodyPr anchor="ctr">
            <a:normAutofit/>
          </a:bodyPr>
          <a:lstStyle/>
          <a:p>
            <a:r>
              <a:rPr lang="en-US" sz="2000"/>
              <a:t>Successful Development of Regression Model</a:t>
            </a:r>
          </a:p>
          <a:p>
            <a:pPr lvl="1"/>
            <a:r>
              <a:rPr lang="en-US" sz="2000"/>
              <a:t>Achieved test RMSE of $287,882.76</a:t>
            </a:r>
          </a:p>
          <a:p>
            <a:pPr lvl="1"/>
            <a:r>
              <a:rPr lang="en-US" sz="2000"/>
              <a:t>Predicts tax-assessed property values</a:t>
            </a:r>
          </a:p>
          <a:p>
            <a:r>
              <a:rPr lang="en-US" sz="2000"/>
              <a:t>Workflow Emphasis</a:t>
            </a:r>
          </a:p>
          <a:p>
            <a:pPr lvl="1"/>
            <a:r>
              <a:rPr lang="en-US" sz="2000"/>
              <a:t>Strong preprocessing</a:t>
            </a:r>
          </a:p>
          <a:p>
            <a:pPr lvl="1"/>
            <a:r>
              <a:rPr lang="en-US" sz="2000"/>
              <a:t>Engineered feature design</a:t>
            </a:r>
          </a:p>
          <a:p>
            <a:pPr lvl="1"/>
            <a:r>
              <a:rPr lang="en-US" sz="2000"/>
              <a:t>Thoughtful model selection</a:t>
            </a:r>
          </a:p>
          <a:p>
            <a:r>
              <a:rPr lang="en-US" sz="2000"/>
              <a:t>Foundation for Zillow-like Systems</a:t>
            </a:r>
          </a:p>
          <a:p>
            <a:pPr lvl="1"/>
            <a:r>
              <a:rPr lang="en-US" sz="2000"/>
              <a:t>Supports better pricing strategies</a:t>
            </a:r>
          </a:p>
          <a:p>
            <a:pPr lvl="1"/>
            <a:r>
              <a:rPr lang="en-US" sz="2000"/>
              <a:t>Enhances consumer tools</a:t>
            </a:r>
          </a:p>
          <a:p>
            <a:r>
              <a:rPr lang="en-US" sz="2000"/>
              <a:t>Limitations</a:t>
            </a:r>
          </a:p>
          <a:p>
            <a:r>
              <a:rPr lang="en-US" sz="2000"/>
              <a:t>Future Improvements</a:t>
            </a:r>
          </a:p>
        </p:txBody>
      </p:sp>
    </p:spTree>
    <p:extLst>
      <p:ext uri="{BB962C8B-B14F-4D97-AF65-F5344CB8AC3E}">
        <p14:creationId xmlns:p14="http://schemas.microsoft.com/office/powerpoint/2010/main" val="1790074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2585</Words>
  <Application>Microsoft Office PowerPoint</Application>
  <PresentationFormat>Widescreen</PresentationFormat>
  <Paragraphs>161</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Neue Haas Grotesk Text Pro</vt:lpstr>
      <vt:lpstr>Office Theme</vt:lpstr>
      <vt:lpstr>Predicting Property Tax Value Using Zillow Dataset</vt:lpstr>
      <vt:lpstr>Executive Summary</vt:lpstr>
      <vt:lpstr>Introduction</vt:lpstr>
      <vt:lpstr>Data Description</vt:lpstr>
      <vt:lpstr>Methodology</vt:lpstr>
      <vt:lpstr>Data Cleaning and Preprocessing</vt:lpstr>
      <vt:lpstr>Feature Engineering</vt:lpstr>
      <vt:lpstr>Model Selection Process</vt:lpstr>
      <vt:lpstr>Feature Importance</vt:lpstr>
      <vt:lpstr>Cross-Validation Performance</vt:lpstr>
      <vt:lpstr>Error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Davis</dc:creator>
  <cp:lastModifiedBy>David Davis</cp:lastModifiedBy>
  <cp:revision>1</cp:revision>
  <dcterms:created xsi:type="dcterms:W3CDTF">2025-04-21T22:27:54Z</dcterms:created>
  <dcterms:modified xsi:type="dcterms:W3CDTF">2025-04-22T00:04:14Z</dcterms:modified>
</cp:coreProperties>
</file>